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6"/>
  </p:sldMasterIdLst>
  <p:notesMasterIdLst>
    <p:notesMasterId r:id="rId32"/>
  </p:notesMasterIdLst>
  <p:sldIdLst>
    <p:sldId id="256" r:id="rId7"/>
    <p:sldId id="306" r:id="rId8"/>
    <p:sldId id="307" r:id="rId9"/>
    <p:sldId id="308" r:id="rId10"/>
    <p:sldId id="309" r:id="rId11"/>
    <p:sldId id="262" r:id="rId12"/>
    <p:sldId id="263" r:id="rId13"/>
    <p:sldId id="264" r:id="rId14"/>
    <p:sldId id="311" r:id="rId31"/>
    <p:sldId id="289" r:id="rId15"/>
    <p:sldId id="290" r:id="rId16"/>
    <p:sldId id="291" r:id="rId17"/>
    <p:sldId id="297" r:id="rId18"/>
    <p:sldId id="298" r:id="rId19"/>
    <p:sldId id="299" r:id="rId20"/>
    <p:sldId id="300" r:id="rId21"/>
    <p:sldId id="301" r:id="rId22"/>
    <p:sldId id="302" r:id="rId23"/>
    <p:sldId id="310" r:id="rId26"/>
    <p:sldId id="279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customXml" Target="../customXml/item5.xml"/><Relationship Id="rId6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pher Ojeda (Nokia)" userId="e11bd2ac-5f56-4ab0-9011-0b8c51ba3ded" providerId="ADAL" clId="{D8641BA3-117F-4133-919C-C2CF64912E39}"/>
    <pc:docChg chg="undo custSel addSld delSld modSld sldOrd">
      <pc:chgData name="Christopher Ojeda (Nokia)" userId="e11bd2ac-5f56-4ab0-9011-0b8c51ba3ded" providerId="ADAL" clId="{D8641BA3-117F-4133-919C-C2CF64912E39}" dt="2026-09-29T19:02:17.017" v="907" actId="27918"/>
      <pc:docMkLst>
        <pc:docMk/>
      </pc:docMkLst>
      <pc:sldChg chg="add del">
        <pc:chgData name="Christopher Ojeda (Nokia)" userId="e11bd2ac-5f56-4ab0-9011-0b8c51ba3ded" providerId="ADAL" clId="{D8641BA3-117F-4133-919C-C2CF64912E39}" dt="2026-09-29T16:52:08.418" v="485"/>
        <pc:sldMkLst>
          <pc:docMk/>
          <pc:sldMk cId="0" sldId="257"/>
        </pc:sldMkLst>
      </pc:sldChg>
      <pc:sldChg chg="add">
        <pc:chgData name="Christopher Ojeda (Nokia)" userId="e11bd2ac-5f56-4ab0-9011-0b8c51ba3ded" providerId="ADAL" clId="{D8641BA3-117F-4133-919C-C2CF64912E39}" dt="2026-09-29T16:52:14.752" v="486"/>
        <pc:sldMkLst>
          <pc:docMk/>
          <pc:sldMk cId="0" sldId="258"/>
        </pc:sldMkLst>
      </pc:sldChg>
      <pc:sldChg chg="del">
        <pc:chgData name="Christopher Ojeda (Nokia)" userId="e11bd2ac-5f56-4ab0-9011-0b8c51ba3ded" providerId="ADAL" clId="{D8641BA3-117F-4133-919C-C2CF64912E39}" dt="2026-09-29T16:25:18.906" v="212" actId="47"/>
        <pc:sldMkLst>
          <pc:docMk/>
          <pc:sldMk cId="0" sldId="259"/>
        </pc:sldMkLst>
      </pc:sldChg>
      <pc:sldChg chg="del">
        <pc:chgData name="Christopher Ojeda (Nokia)" userId="e11bd2ac-5f56-4ab0-9011-0b8c51ba3ded" providerId="ADAL" clId="{D8641BA3-117F-4133-919C-C2CF64912E39}" dt="2026-09-29T16:25:19.938" v="213" actId="47"/>
        <pc:sldMkLst>
          <pc:docMk/>
          <pc:sldMk cId="0" sldId="260"/>
        </pc:sldMkLst>
      </pc:sldChg>
      <pc:sldChg chg="del">
        <pc:chgData name="Christopher Ojeda (Nokia)" userId="e11bd2ac-5f56-4ab0-9011-0b8c51ba3ded" providerId="ADAL" clId="{D8641BA3-117F-4133-919C-C2CF64912E39}" dt="2026-09-29T16:43:15.211" v="426" actId="47"/>
        <pc:sldMkLst>
          <pc:docMk/>
          <pc:sldMk cId="0" sldId="261"/>
        </pc:sldMkLst>
      </pc:sldChg>
      <pc:sldChg chg="delSp modSp mod">
        <pc:chgData name="Christopher Ojeda (Nokia)" userId="e11bd2ac-5f56-4ab0-9011-0b8c51ba3ded" providerId="ADAL" clId="{D8641BA3-117F-4133-919C-C2CF64912E39}" dt="2026-09-29T17:17:10.665" v="892" actId="255"/>
        <pc:sldMkLst>
          <pc:docMk/>
          <pc:sldMk cId="0" sldId="262"/>
        </pc:sldMkLst>
        <pc:spChg chg="del">
          <ac:chgData name="Christopher Ojeda (Nokia)" userId="e11bd2ac-5f56-4ab0-9011-0b8c51ba3ded" providerId="ADAL" clId="{D8641BA3-117F-4133-919C-C2CF64912E39}" dt="2026-09-29T16:43:20.833" v="427" actId="478"/>
          <ac:spMkLst>
            <pc:docMk/>
            <pc:sldMk cId="0" sldId="262"/>
            <ac:spMk id="10" creationId="{00000000-0000-0000-0000-000000000000}"/>
          </ac:spMkLst>
        </pc:spChg>
        <pc:spChg chg="del">
          <ac:chgData name="Christopher Ojeda (Nokia)" userId="e11bd2ac-5f56-4ab0-9011-0b8c51ba3ded" providerId="ADAL" clId="{D8641BA3-117F-4133-919C-C2CF64912E39}" dt="2026-09-29T16:43:23.221" v="428" actId="478"/>
          <ac:spMkLst>
            <pc:docMk/>
            <pc:sldMk cId="0" sldId="262"/>
            <ac:spMk id="11" creationId="{00000000-0000-0000-0000-000000000000}"/>
          </ac:spMkLst>
        </pc:spChg>
        <pc:graphicFrameChg chg="mod modGraphic">
          <ac:chgData name="Christopher Ojeda (Nokia)" userId="e11bd2ac-5f56-4ab0-9011-0b8c51ba3ded" providerId="ADAL" clId="{D8641BA3-117F-4133-919C-C2CF64912E39}" dt="2026-09-29T17:17:10.665" v="892" actId="255"/>
          <ac:graphicFrameMkLst>
            <pc:docMk/>
            <pc:sldMk cId="0" sldId="262"/>
            <ac:graphicFrameMk id="9" creationId="{00000000-0000-0000-0000-000000000000}"/>
          </ac:graphicFrameMkLst>
        </pc:graphicFrameChg>
        <pc:graphicFrameChg chg="del">
          <ac:chgData name="Christopher Ojeda (Nokia)" userId="e11bd2ac-5f56-4ab0-9011-0b8c51ba3ded" providerId="ADAL" clId="{D8641BA3-117F-4133-919C-C2CF64912E39}" dt="2026-09-29T16:43:25.157" v="429" actId="478"/>
          <ac:graphicFrameMkLst>
            <pc:docMk/>
            <pc:sldMk cId="0" sldId="262"/>
            <ac:graphicFrameMk id="15" creationId="{00000000-0000-0000-0000-000000000000}"/>
          </ac:graphicFrameMkLst>
        </pc:graphicFrameChg>
      </pc:sldChg>
      <pc:sldChg chg="modSp mod">
        <pc:chgData name="Christopher Ojeda (Nokia)" userId="e11bd2ac-5f56-4ab0-9011-0b8c51ba3ded" providerId="ADAL" clId="{D8641BA3-117F-4133-919C-C2CF64912E39}" dt="2026-09-29T16:55:28.028" v="567" actId="1076"/>
        <pc:sldMkLst>
          <pc:docMk/>
          <pc:sldMk cId="0" sldId="263"/>
        </pc:sldMkLst>
        <pc:spChg chg="mod">
          <ac:chgData name="Christopher Ojeda (Nokia)" userId="e11bd2ac-5f56-4ab0-9011-0b8c51ba3ded" providerId="ADAL" clId="{D8641BA3-117F-4133-919C-C2CF64912E39}" dt="2026-09-29T16:44:31.010" v="436" actId="20577"/>
          <ac:spMkLst>
            <pc:docMk/>
            <pc:sldMk cId="0" sldId="263"/>
            <ac:spMk id="8" creationId="{00000000-0000-0000-0000-000000000000}"/>
          </ac:spMkLst>
        </pc:spChg>
        <pc:graphicFrameChg chg="mod modGraphic">
          <ac:chgData name="Christopher Ojeda (Nokia)" userId="e11bd2ac-5f56-4ab0-9011-0b8c51ba3ded" providerId="ADAL" clId="{D8641BA3-117F-4133-919C-C2CF64912E39}" dt="2026-09-29T16:55:28.028" v="567" actId="1076"/>
          <ac:graphicFrameMkLst>
            <pc:docMk/>
            <pc:sldMk cId="0" sldId="263"/>
            <ac:graphicFrameMk id="9" creationId="{00000000-0000-0000-0000-000000000000}"/>
          </ac:graphicFrameMkLst>
        </pc:graphicFrameChg>
      </pc:sldChg>
      <pc:sldChg chg="modSp mod">
        <pc:chgData name="Christopher Ojeda (Nokia)" userId="e11bd2ac-5f56-4ab0-9011-0b8c51ba3ded" providerId="ADAL" clId="{D8641BA3-117F-4133-919C-C2CF64912E39}" dt="2026-09-29T17:30:28.601" v="894" actId="207"/>
        <pc:sldMkLst>
          <pc:docMk/>
          <pc:sldMk cId="0" sldId="264"/>
        </pc:sldMkLst>
        <pc:graphicFrameChg chg="mod modGraphic">
          <ac:chgData name="Christopher Ojeda (Nokia)" userId="e11bd2ac-5f56-4ab0-9011-0b8c51ba3ded" providerId="ADAL" clId="{D8641BA3-117F-4133-919C-C2CF64912E39}" dt="2026-09-29T17:30:28.601" v="894" actId="207"/>
          <ac:graphicFrameMkLst>
            <pc:docMk/>
            <pc:sldMk cId="0" sldId="264"/>
            <ac:graphicFrameMk id="8" creationId="{93100211-95F3-CC27-0CAE-AEFFF218D3D6}"/>
          </ac:graphicFrameMkLst>
        </pc:graphicFrameChg>
      </pc:sldChg>
      <pc:sldChg chg="del">
        <pc:chgData name="Christopher Ojeda (Nokia)" userId="e11bd2ac-5f56-4ab0-9011-0b8c51ba3ded" providerId="ADAL" clId="{D8641BA3-117F-4133-919C-C2CF64912E39}" dt="2026-09-29T16:24:05.607" v="188" actId="47"/>
        <pc:sldMkLst>
          <pc:docMk/>
          <pc:sldMk cId="0" sldId="271"/>
        </pc:sldMkLst>
      </pc:sldChg>
      <pc:sldChg chg="del">
        <pc:chgData name="Christopher Ojeda (Nokia)" userId="e11bd2ac-5f56-4ab0-9011-0b8c51ba3ded" providerId="ADAL" clId="{D8641BA3-117F-4133-919C-C2CF64912E39}" dt="2026-09-29T16:24:06.367" v="189" actId="47"/>
        <pc:sldMkLst>
          <pc:docMk/>
          <pc:sldMk cId="0" sldId="272"/>
        </pc:sldMkLst>
      </pc:sldChg>
      <pc:sldChg chg="del">
        <pc:chgData name="Christopher Ojeda (Nokia)" userId="e11bd2ac-5f56-4ab0-9011-0b8c51ba3ded" providerId="ADAL" clId="{D8641BA3-117F-4133-919C-C2CF64912E39}" dt="2026-09-29T16:24:06.956" v="190" actId="47"/>
        <pc:sldMkLst>
          <pc:docMk/>
          <pc:sldMk cId="0" sldId="273"/>
        </pc:sldMkLst>
      </pc:sldChg>
      <pc:sldChg chg="del">
        <pc:chgData name="Christopher Ojeda (Nokia)" userId="e11bd2ac-5f56-4ab0-9011-0b8c51ba3ded" providerId="ADAL" clId="{D8641BA3-117F-4133-919C-C2CF64912E39}" dt="2026-09-29T16:24:07.863" v="191" actId="47"/>
        <pc:sldMkLst>
          <pc:docMk/>
          <pc:sldMk cId="0" sldId="274"/>
        </pc:sldMkLst>
      </pc:sldChg>
      <pc:sldChg chg="del">
        <pc:chgData name="Christopher Ojeda (Nokia)" userId="e11bd2ac-5f56-4ab0-9011-0b8c51ba3ded" providerId="ADAL" clId="{D8641BA3-117F-4133-919C-C2CF64912E39}" dt="2026-09-29T16:24:08.560" v="192" actId="47"/>
        <pc:sldMkLst>
          <pc:docMk/>
          <pc:sldMk cId="0" sldId="275"/>
        </pc:sldMkLst>
      </pc:sldChg>
      <pc:sldChg chg="del">
        <pc:chgData name="Christopher Ojeda (Nokia)" userId="e11bd2ac-5f56-4ab0-9011-0b8c51ba3ded" providerId="ADAL" clId="{D8641BA3-117F-4133-919C-C2CF64912E39}" dt="2026-09-29T16:24:09.125" v="193" actId="47"/>
        <pc:sldMkLst>
          <pc:docMk/>
          <pc:sldMk cId="0" sldId="276"/>
        </pc:sldMkLst>
      </pc:sldChg>
      <pc:sldChg chg="del">
        <pc:chgData name="Christopher Ojeda (Nokia)" userId="e11bd2ac-5f56-4ab0-9011-0b8c51ba3ded" providerId="ADAL" clId="{D8641BA3-117F-4133-919C-C2CF64912E39}" dt="2026-09-29T16:51:11.834" v="472" actId="47"/>
        <pc:sldMkLst>
          <pc:docMk/>
          <pc:sldMk cId="0" sldId="278"/>
        </pc:sldMkLst>
      </pc:sldChg>
      <pc:sldChg chg="del">
        <pc:chgData name="Christopher Ojeda (Nokia)" userId="e11bd2ac-5f56-4ab0-9011-0b8c51ba3ded" providerId="ADAL" clId="{D8641BA3-117F-4133-919C-C2CF64912E39}" dt="2026-09-29T16:51:30.082" v="476" actId="47"/>
        <pc:sldMkLst>
          <pc:docMk/>
          <pc:sldMk cId="0" sldId="280"/>
        </pc:sldMkLst>
      </pc:sldChg>
      <pc:sldChg chg="del">
        <pc:chgData name="Christopher Ojeda (Nokia)" userId="e11bd2ac-5f56-4ab0-9011-0b8c51ba3ded" providerId="ADAL" clId="{D8641BA3-117F-4133-919C-C2CF64912E39}" dt="2026-09-29T16:51:30.783" v="477" actId="47"/>
        <pc:sldMkLst>
          <pc:docMk/>
          <pc:sldMk cId="0" sldId="282"/>
        </pc:sldMkLst>
      </pc:sldChg>
      <pc:sldChg chg="del">
        <pc:chgData name="Christopher Ojeda (Nokia)" userId="e11bd2ac-5f56-4ab0-9011-0b8c51ba3ded" providerId="ADAL" clId="{D8641BA3-117F-4133-919C-C2CF64912E39}" dt="2026-09-29T16:51:31.445" v="478" actId="47"/>
        <pc:sldMkLst>
          <pc:docMk/>
          <pc:sldMk cId="0" sldId="283"/>
        </pc:sldMkLst>
      </pc:sldChg>
      <pc:sldChg chg="modSp mod">
        <pc:chgData name="Christopher Ojeda (Nokia)" userId="e11bd2ac-5f56-4ab0-9011-0b8c51ba3ded" providerId="ADAL" clId="{D8641BA3-117F-4133-919C-C2CF64912E39}" dt="2026-09-29T16:47:02.396" v="449" actId="20577"/>
        <pc:sldMkLst>
          <pc:docMk/>
          <pc:sldMk cId="1224337765" sldId="289"/>
        </pc:sldMkLst>
        <pc:spChg chg="mod">
          <ac:chgData name="Christopher Ojeda (Nokia)" userId="e11bd2ac-5f56-4ab0-9011-0b8c51ba3ded" providerId="ADAL" clId="{D8641BA3-117F-4133-919C-C2CF64912E39}" dt="2026-09-29T16:47:00.757" v="447" actId="20577"/>
          <ac:spMkLst>
            <pc:docMk/>
            <pc:sldMk cId="1224337765" sldId="289"/>
            <ac:spMk id="24" creationId="{24D8D556-044F-3112-F8E5-8D5412F1E4BD}"/>
          </ac:spMkLst>
        </pc:spChg>
        <pc:spChg chg="mod">
          <ac:chgData name="Christopher Ojeda (Nokia)" userId="e11bd2ac-5f56-4ab0-9011-0b8c51ba3ded" providerId="ADAL" clId="{D8641BA3-117F-4133-919C-C2CF64912E39}" dt="2026-09-29T16:47:02.396" v="449" actId="20577"/>
          <ac:spMkLst>
            <pc:docMk/>
            <pc:sldMk cId="1224337765" sldId="289"/>
            <ac:spMk id="28" creationId="{2CD7FFD9-4941-67D7-DB95-2E7163ED14BF}"/>
          </ac:spMkLst>
        </pc:spChg>
      </pc:sldChg>
      <pc:sldChg chg="modSp mod">
        <pc:chgData name="Christopher Ojeda (Nokia)" userId="e11bd2ac-5f56-4ab0-9011-0b8c51ba3ded" providerId="ADAL" clId="{D8641BA3-117F-4133-919C-C2CF64912E39}" dt="2026-09-29T16:56:15.766" v="572" actId="1076"/>
        <pc:sldMkLst>
          <pc:docMk/>
          <pc:sldMk cId="3935354952" sldId="290"/>
        </pc:sldMkLst>
        <pc:graphicFrameChg chg="mod modGraphic">
          <ac:chgData name="Christopher Ojeda (Nokia)" userId="e11bd2ac-5f56-4ab0-9011-0b8c51ba3ded" providerId="ADAL" clId="{D8641BA3-117F-4133-919C-C2CF64912E39}" dt="2026-09-29T16:56:15.766" v="572" actId="1076"/>
          <ac:graphicFrameMkLst>
            <pc:docMk/>
            <pc:sldMk cId="3935354952" sldId="290"/>
            <ac:graphicFrameMk id="21" creationId="{B8417265-0398-F825-2EFD-C42DD00D4BB7}"/>
          </ac:graphicFrameMkLst>
        </pc:graphicFrameChg>
      </pc:sldChg>
      <pc:sldChg chg="delSp modSp mod">
        <pc:chgData name="Christopher Ojeda (Nokia)" userId="e11bd2ac-5f56-4ab0-9011-0b8c51ba3ded" providerId="ADAL" clId="{D8641BA3-117F-4133-919C-C2CF64912E39}" dt="2026-09-29T16:56:25.477" v="573" actId="2166"/>
        <pc:sldMkLst>
          <pc:docMk/>
          <pc:sldMk cId="346320989" sldId="291"/>
        </pc:sldMkLst>
        <pc:spChg chg="del">
          <ac:chgData name="Christopher Ojeda (Nokia)" userId="e11bd2ac-5f56-4ab0-9011-0b8c51ba3ded" providerId="ADAL" clId="{D8641BA3-117F-4133-919C-C2CF64912E39}" dt="2026-09-29T16:47:42.916" v="455" actId="478"/>
          <ac:spMkLst>
            <pc:docMk/>
            <pc:sldMk cId="346320989" sldId="291"/>
            <ac:spMk id="10" creationId="{DD5DFB78-28F6-B40B-7201-1617A04BA76B}"/>
          </ac:spMkLst>
        </pc:spChg>
        <pc:spChg chg="del">
          <ac:chgData name="Christopher Ojeda (Nokia)" userId="e11bd2ac-5f56-4ab0-9011-0b8c51ba3ded" providerId="ADAL" clId="{D8641BA3-117F-4133-919C-C2CF64912E39}" dt="2026-09-29T16:47:42.176" v="454" actId="478"/>
          <ac:spMkLst>
            <pc:docMk/>
            <pc:sldMk cId="346320989" sldId="291"/>
            <ac:spMk id="11" creationId="{FF792902-35EA-854D-3FDF-B93A43FAD9D6}"/>
          </ac:spMkLst>
        </pc:spChg>
        <pc:graphicFrameChg chg="mod modGraphic">
          <ac:chgData name="Christopher Ojeda (Nokia)" userId="e11bd2ac-5f56-4ab0-9011-0b8c51ba3ded" providerId="ADAL" clId="{D8641BA3-117F-4133-919C-C2CF64912E39}" dt="2026-09-29T16:56:25.477" v="573" actId="2166"/>
          <ac:graphicFrameMkLst>
            <pc:docMk/>
            <pc:sldMk cId="346320989" sldId="291"/>
            <ac:graphicFrameMk id="22" creationId="{A4549E77-A2D6-61D1-584D-0478F444AAA8}"/>
          </ac:graphicFrameMkLst>
        </pc:graphicFrameChg>
        <pc:graphicFrameChg chg="del">
          <ac:chgData name="Christopher Ojeda (Nokia)" userId="e11bd2ac-5f56-4ab0-9011-0b8c51ba3ded" providerId="ADAL" clId="{D8641BA3-117F-4133-919C-C2CF64912E39}" dt="2026-09-29T16:47:44.195" v="456" actId="478"/>
          <ac:graphicFrameMkLst>
            <pc:docMk/>
            <pc:sldMk cId="346320989" sldId="291"/>
            <ac:graphicFrameMk id="43" creationId="{A6B1E41C-86E0-08BF-83B1-3F34E3BA2B80}"/>
          </ac:graphicFrameMkLst>
        </pc:graphicFrameChg>
      </pc:sldChg>
      <pc:sldChg chg="del">
        <pc:chgData name="Christopher Ojeda (Nokia)" userId="e11bd2ac-5f56-4ab0-9011-0b8c51ba3ded" providerId="ADAL" clId="{D8641BA3-117F-4133-919C-C2CF64912E39}" dt="2026-09-29T16:30:51.923" v="226" actId="47"/>
        <pc:sldMkLst>
          <pc:docMk/>
          <pc:sldMk cId="1010870099" sldId="292"/>
        </pc:sldMkLst>
      </pc:sldChg>
      <pc:sldChg chg="del">
        <pc:chgData name="Christopher Ojeda (Nokia)" userId="e11bd2ac-5f56-4ab0-9011-0b8c51ba3ded" providerId="ADAL" clId="{D8641BA3-117F-4133-919C-C2CF64912E39}" dt="2026-09-29T16:51:28.987" v="475" actId="47"/>
        <pc:sldMkLst>
          <pc:docMk/>
          <pc:sldMk cId="0" sldId="295"/>
        </pc:sldMkLst>
      </pc:sldChg>
      <pc:sldChg chg="del">
        <pc:chgData name="Christopher Ojeda (Nokia)" userId="e11bd2ac-5f56-4ab0-9011-0b8c51ba3ded" providerId="ADAL" clId="{D8641BA3-117F-4133-919C-C2CF64912E39}" dt="2026-09-29T16:51:28.071" v="474" actId="47"/>
        <pc:sldMkLst>
          <pc:docMk/>
          <pc:sldMk cId="0" sldId="296"/>
        </pc:sldMkLst>
      </pc:sldChg>
      <pc:sldChg chg="modSp mod">
        <pc:chgData name="Christopher Ojeda (Nokia)" userId="e11bd2ac-5f56-4ab0-9011-0b8c51ba3ded" providerId="ADAL" clId="{D8641BA3-117F-4133-919C-C2CF64912E39}" dt="2026-09-29T16:48:11.689" v="460" actId="20577"/>
        <pc:sldMkLst>
          <pc:docMk/>
          <pc:sldMk cId="4226695683" sldId="297"/>
        </pc:sldMkLst>
        <pc:spChg chg="mod">
          <ac:chgData name="Christopher Ojeda (Nokia)" userId="e11bd2ac-5f56-4ab0-9011-0b8c51ba3ded" providerId="ADAL" clId="{D8641BA3-117F-4133-919C-C2CF64912E39}" dt="2026-09-29T16:48:11.689" v="460" actId="20577"/>
          <ac:spMkLst>
            <pc:docMk/>
            <pc:sldMk cId="4226695683" sldId="297"/>
            <ac:spMk id="28" creationId="{1C7BE64A-AE7E-501D-722B-F7054C9F9D00}"/>
          </ac:spMkLst>
        </pc:spChg>
      </pc:sldChg>
      <pc:sldChg chg="modSp mod">
        <pc:chgData name="Christopher Ojeda (Nokia)" userId="e11bd2ac-5f56-4ab0-9011-0b8c51ba3ded" providerId="ADAL" clId="{D8641BA3-117F-4133-919C-C2CF64912E39}" dt="2026-09-29T16:56:33.220" v="574" actId="2166"/>
        <pc:sldMkLst>
          <pc:docMk/>
          <pc:sldMk cId="2614874823" sldId="298"/>
        </pc:sldMkLst>
        <pc:graphicFrameChg chg="modGraphic">
          <ac:chgData name="Christopher Ojeda (Nokia)" userId="e11bd2ac-5f56-4ab0-9011-0b8c51ba3ded" providerId="ADAL" clId="{D8641BA3-117F-4133-919C-C2CF64912E39}" dt="2026-09-29T16:56:33.220" v="574" actId="2166"/>
          <ac:graphicFrameMkLst>
            <pc:docMk/>
            <pc:sldMk cId="2614874823" sldId="298"/>
            <ac:graphicFrameMk id="21" creationId="{F3AD322D-1C29-7562-830B-249221AF849B}"/>
          </ac:graphicFrameMkLst>
        </pc:graphicFrameChg>
      </pc:sldChg>
      <pc:sldChg chg="modSp mod">
        <pc:chgData name="Christopher Ojeda (Nokia)" userId="e11bd2ac-5f56-4ab0-9011-0b8c51ba3ded" providerId="ADAL" clId="{D8641BA3-117F-4133-919C-C2CF64912E39}" dt="2026-09-29T17:00:13.100" v="609" actId="20577"/>
        <pc:sldMkLst>
          <pc:docMk/>
          <pc:sldMk cId="2717720333" sldId="299"/>
        </pc:sldMkLst>
        <pc:spChg chg="mod">
          <ac:chgData name="Christopher Ojeda (Nokia)" userId="e11bd2ac-5f56-4ab0-9011-0b8c51ba3ded" providerId="ADAL" clId="{D8641BA3-117F-4133-919C-C2CF64912E39}" dt="2026-09-29T16:48:58.242" v="462" actId="1076"/>
          <ac:spMkLst>
            <pc:docMk/>
            <pc:sldMk cId="2717720333" sldId="299"/>
            <ac:spMk id="10" creationId="{6FF90929-2EE2-4B63-9735-FA5E427D95B0}"/>
          </ac:spMkLst>
        </pc:spChg>
        <pc:spChg chg="mod">
          <ac:chgData name="Christopher Ojeda (Nokia)" userId="e11bd2ac-5f56-4ab0-9011-0b8c51ba3ded" providerId="ADAL" clId="{D8641BA3-117F-4133-919C-C2CF64912E39}" dt="2026-09-29T16:48:58.242" v="462" actId="1076"/>
          <ac:spMkLst>
            <pc:docMk/>
            <pc:sldMk cId="2717720333" sldId="299"/>
            <ac:spMk id="11" creationId="{7069E34B-F86E-4A61-0927-DB5312185CD9}"/>
          </ac:spMkLst>
        </pc:spChg>
        <pc:graphicFrameChg chg="modGraphic">
          <ac:chgData name="Christopher Ojeda (Nokia)" userId="e11bd2ac-5f56-4ab0-9011-0b8c51ba3ded" providerId="ADAL" clId="{D8641BA3-117F-4133-919C-C2CF64912E39}" dt="2026-09-29T17:00:13.100" v="609" actId="20577"/>
          <ac:graphicFrameMkLst>
            <pc:docMk/>
            <pc:sldMk cId="2717720333" sldId="299"/>
            <ac:graphicFrameMk id="22" creationId="{7EFA7DCD-7FD4-7548-7422-95323BC51AB7}"/>
          </ac:graphicFrameMkLst>
        </pc:graphicFrameChg>
        <pc:graphicFrameChg chg="mod modGraphic">
          <ac:chgData name="Christopher Ojeda (Nokia)" userId="e11bd2ac-5f56-4ab0-9011-0b8c51ba3ded" providerId="ADAL" clId="{D8641BA3-117F-4133-919C-C2CF64912E39}" dt="2026-09-29T16:57:29.761" v="584" actId="2165"/>
          <ac:graphicFrameMkLst>
            <pc:docMk/>
            <pc:sldMk cId="2717720333" sldId="299"/>
            <ac:graphicFrameMk id="43" creationId="{1CC7F4DE-9619-C094-EAEF-5029A3CA2C4E}"/>
          </ac:graphicFrameMkLst>
        </pc:graphicFrameChg>
      </pc:sldChg>
      <pc:sldChg chg="modSp mod">
        <pc:chgData name="Christopher Ojeda (Nokia)" userId="e11bd2ac-5f56-4ab0-9011-0b8c51ba3ded" providerId="ADAL" clId="{D8641BA3-117F-4133-919C-C2CF64912E39}" dt="2026-09-29T16:57:44.477" v="585" actId="2166"/>
        <pc:sldMkLst>
          <pc:docMk/>
          <pc:sldMk cId="2826868560" sldId="301"/>
        </pc:sldMkLst>
        <pc:graphicFrameChg chg="modGraphic">
          <ac:chgData name="Christopher Ojeda (Nokia)" userId="e11bd2ac-5f56-4ab0-9011-0b8c51ba3ded" providerId="ADAL" clId="{D8641BA3-117F-4133-919C-C2CF64912E39}" dt="2026-09-29T16:57:44.477" v="585" actId="2166"/>
          <ac:graphicFrameMkLst>
            <pc:docMk/>
            <pc:sldMk cId="2826868560" sldId="301"/>
            <ac:graphicFrameMk id="21" creationId="{22FD7B3B-FC8C-F668-B7BC-FDCC42F47081}"/>
          </ac:graphicFrameMkLst>
        </pc:graphicFrameChg>
      </pc:sldChg>
      <pc:sldChg chg="addSp delSp modSp mod">
        <pc:chgData name="Christopher Ojeda (Nokia)" userId="e11bd2ac-5f56-4ab0-9011-0b8c51ba3ded" providerId="ADAL" clId="{D8641BA3-117F-4133-919C-C2CF64912E39}" dt="2026-09-29T17:00:30.122" v="611" actId="20577"/>
        <pc:sldMkLst>
          <pc:docMk/>
          <pc:sldMk cId="2618212393" sldId="302"/>
        </pc:sldMkLst>
        <pc:spChg chg="mod">
          <ac:chgData name="Christopher Ojeda (Nokia)" userId="e11bd2ac-5f56-4ab0-9011-0b8c51ba3ded" providerId="ADAL" clId="{D8641BA3-117F-4133-919C-C2CF64912E39}" dt="2026-09-29T16:50:15.809" v="466" actId="1076"/>
          <ac:spMkLst>
            <pc:docMk/>
            <pc:sldMk cId="2618212393" sldId="302"/>
            <ac:spMk id="10" creationId="{040C8527-B852-AA2A-3ACD-3CCBD56BB237}"/>
          </ac:spMkLst>
        </pc:spChg>
        <pc:spChg chg="mod">
          <ac:chgData name="Christopher Ojeda (Nokia)" userId="e11bd2ac-5f56-4ab0-9011-0b8c51ba3ded" providerId="ADAL" clId="{D8641BA3-117F-4133-919C-C2CF64912E39}" dt="2026-09-29T16:50:15.809" v="466" actId="1076"/>
          <ac:spMkLst>
            <pc:docMk/>
            <pc:sldMk cId="2618212393" sldId="302"/>
            <ac:spMk id="11" creationId="{4A714D6B-E559-866A-75C3-E8FBDE516CFB}"/>
          </ac:spMkLst>
        </pc:spChg>
        <pc:graphicFrameChg chg="modGraphic">
          <ac:chgData name="Christopher Ojeda (Nokia)" userId="e11bd2ac-5f56-4ab0-9011-0b8c51ba3ded" providerId="ADAL" clId="{D8641BA3-117F-4133-919C-C2CF64912E39}" dt="2026-09-29T17:00:30.122" v="611" actId="20577"/>
          <ac:graphicFrameMkLst>
            <pc:docMk/>
            <pc:sldMk cId="2618212393" sldId="302"/>
            <ac:graphicFrameMk id="22" creationId="{C9C387CD-FA18-DC0A-62F8-39A43869402B}"/>
          </ac:graphicFrameMkLst>
        </pc:graphicFrameChg>
        <pc:graphicFrameChg chg="mod modGraphic">
          <ac:chgData name="Christopher Ojeda (Nokia)" userId="e11bd2ac-5f56-4ab0-9011-0b8c51ba3ded" providerId="ADAL" clId="{D8641BA3-117F-4133-919C-C2CF64912E39}" dt="2026-09-29T16:58:19.246" v="591" actId="2165"/>
          <ac:graphicFrameMkLst>
            <pc:docMk/>
            <pc:sldMk cId="2618212393" sldId="302"/>
            <ac:graphicFrameMk id="43" creationId="{43173A66-EA00-7A47-0B81-4BD214456525}"/>
          </ac:graphicFrameMkLst>
        </pc:graphicFrameChg>
        <pc:picChg chg="add del">
          <ac:chgData name="Christopher Ojeda (Nokia)" userId="e11bd2ac-5f56-4ab0-9011-0b8c51ba3ded" providerId="ADAL" clId="{D8641BA3-117F-4133-919C-C2CF64912E39}" dt="2026-09-29T16:51:56.897" v="483" actId="478"/>
          <ac:picMkLst>
            <pc:docMk/>
            <pc:sldMk cId="2618212393" sldId="302"/>
            <ac:picMk id="12" creationId="{266EB3BE-319D-E994-38D8-76EB10E7745B}"/>
          </ac:picMkLst>
        </pc:picChg>
      </pc:sldChg>
      <pc:sldChg chg="del">
        <pc:chgData name="Christopher Ojeda (Nokia)" userId="e11bd2ac-5f56-4ab0-9011-0b8c51ba3ded" providerId="ADAL" clId="{D8641BA3-117F-4133-919C-C2CF64912E39}" dt="2026-09-29T16:50:49.926" v="468" actId="47"/>
        <pc:sldMkLst>
          <pc:docMk/>
          <pc:sldMk cId="1955402671" sldId="303"/>
        </pc:sldMkLst>
      </pc:sldChg>
      <pc:sldChg chg="del">
        <pc:chgData name="Christopher Ojeda (Nokia)" userId="e11bd2ac-5f56-4ab0-9011-0b8c51ba3ded" providerId="ADAL" clId="{D8641BA3-117F-4133-919C-C2CF64912E39}" dt="2026-09-29T16:50:51.493" v="469" actId="47"/>
        <pc:sldMkLst>
          <pc:docMk/>
          <pc:sldMk cId="498402957" sldId="304"/>
        </pc:sldMkLst>
      </pc:sldChg>
      <pc:sldChg chg="del">
        <pc:chgData name="Christopher Ojeda (Nokia)" userId="e11bd2ac-5f56-4ab0-9011-0b8c51ba3ded" providerId="ADAL" clId="{D8641BA3-117F-4133-919C-C2CF64912E39}" dt="2026-09-29T16:50:53.342" v="470" actId="47"/>
        <pc:sldMkLst>
          <pc:docMk/>
          <pc:sldMk cId="2577534199" sldId="305"/>
        </pc:sldMkLst>
      </pc:sldChg>
      <pc:sldChg chg="addSp delSp modSp add mod">
        <pc:chgData name="Christopher Ojeda (Nokia)" userId="e11bd2ac-5f56-4ab0-9011-0b8c51ba3ded" providerId="ADAL" clId="{D8641BA3-117F-4133-919C-C2CF64912E39}" dt="2026-09-29T16:19:15.800" v="61" actId="20577"/>
        <pc:sldMkLst>
          <pc:docMk/>
          <pc:sldMk cId="0" sldId="306"/>
        </pc:sldMkLst>
        <pc:spChg chg="mod">
          <ac:chgData name="Christopher Ojeda (Nokia)" userId="e11bd2ac-5f56-4ab0-9011-0b8c51ba3ded" providerId="ADAL" clId="{D8641BA3-117F-4133-919C-C2CF64912E39}" dt="2026-09-29T16:19:15.800" v="61" actId="20577"/>
          <ac:spMkLst>
            <pc:docMk/>
            <pc:sldMk cId="0" sldId="306"/>
            <ac:spMk id="3" creationId="{00000000-0000-0000-0000-000000000000}"/>
          </ac:spMkLst>
        </pc:spChg>
        <pc:spChg chg="mod">
          <ac:chgData name="Christopher Ojeda (Nokia)" userId="e11bd2ac-5f56-4ab0-9011-0b8c51ba3ded" providerId="ADAL" clId="{D8641BA3-117F-4133-919C-C2CF64912E39}" dt="2026-09-29T16:15:43.702" v="2" actId="20577"/>
          <ac:spMkLst>
            <pc:docMk/>
            <pc:sldMk cId="0" sldId="306"/>
            <ac:spMk id="4" creationId="{00000000-0000-0000-0000-000000000000}"/>
          </ac:spMkLst>
        </pc:spChg>
        <pc:spChg chg="mod">
          <ac:chgData name="Christopher Ojeda (Nokia)" userId="e11bd2ac-5f56-4ab0-9011-0b8c51ba3ded" providerId="ADAL" clId="{D8641BA3-117F-4133-919C-C2CF64912E39}" dt="2026-09-29T16:16:18.197" v="6" actId="1076"/>
          <ac:spMkLst>
            <pc:docMk/>
            <pc:sldMk cId="0" sldId="306"/>
            <ac:spMk id="14" creationId="{00000000-0000-0000-0000-000000000000}"/>
          </ac:spMkLst>
        </pc:spChg>
        <pc:spChg chg="mod">
          <ac:chgData name="Christopher Ojeda (Nokia)" userId="e11bd2ac-5f56-4ab0-9011-0b8c51ba3ded" providerId="ADAL" clId="{D8641BA3-117F-4133-919C-C2CF64912E39}" dt="2026-09-29T16:18:15.799" v="24" actId="1076"/>
          <ac:spMkLst>
            <pc:docMk/>
            <pc:sldMk cId="0" sldId="306"/>
            <ac:spMk id="26" creationId="{5B33DC7D-2B96-C27A-CAEC-44038A6FE578}"/>
          </ac:spMkLst>
        </pc:spChg>
        <pc:spChg chg="mod">
          <ac:chgData name="Christopher Ojeda (Nokia)" userId="e11bd2ac-5f56-4ab0-9011-0b8c51ba3ded" providerId="ADAL" clId="{D8641BA3-117F-4133-919C-C2CF64912E39}" dt="2026-09-29T16:19:06.086" v="53" actId="20577"/>
          <ac:spMkLst>
            <pc:docMk/>
            <pc:sldMk cId="0" sldId="306"/>
            <ac:spMk id="27" creationId="{784C4185-1D1F-7F74-86DD-0406C8FA6600}"/>
          </ac:spMkLst>
        </pc:spChg>
        <pc:spChg chg="mod">
          <ac:chgData name="Christopher Ojeda (Nokia)" userId="e11bd2ac-5f56-4ab0-9011-0b8c51ba3ded" providerId="ADAL" clId="{D8641BA3-117F-4133-919C-C2CF64912E39}" dt="2026-09-29T16:18:24.150" v="25" actId="1076"/>
          <ac:spMkLst>
            <pc:docMk/>
            <pc:sldMk cId="0" sldId="306"/>
            <ac:spMk id="28" creationId="{00000000-0000-0000-0000-000000000000}"/>
          </ac:spMkLst>
        </pc:spChg>
        <pc:spChg chg="mod">
          <ac:chgData name="Christopher Ojeda (Nokia)" userId="e11bd2ac-5f56-4ab0-9011-0b8c51ba3ded" providerId="ADAL" clId="{D8641BA3-117F-4133-919C-C2CF64912E39}" dt="2026-09-29T16:18:24.150" v="25" actId="1076"/>
          <ac:spMkLst>
            <pc:docMk/>
            <pc:sldMk cId="0" sldId="306"/>
            <ac:spMk id="29" creationId="{00000000-0000-0000-0000-000000000000}"/>
          </ac:spMkLst>
        </pc:spChg>
        <pc:spChg chg="mod">
          <ac:chgData name="Christopher Ojeda (Nokia)" userId="e11bd2ac-5f56-4ab0-9011-0b8c51ba3ded" providerId="ADAL" clId="{D8641BA3-117F-4133-919C-C2CF64912E39}" dt="2026-09-29T16:18:15.799" v="24" actId="1076"/>
          <ac:spMkLst>
            <pc:docMk/>
            <pc:sldMk cId="0" sldId="306"/>
            <ac:spMk id="31" creationId="{3CE2D60A-EB77-8729-BC39-3BE1513C71BB}"/>
          </ac:spMkLst>
        </pc:spChg>
        <pc:spChg chg="mod">
          <ac:chgData name="Christopher Ojeda (Nokia)" userId="e11bd2ac-5f56-4ab0-9011-0b8c51ba3ded" providerId="ADAL" clId="{D8641BA3-117F-4133-919C-C2CF64912E39}" dt="2026-09-29T16:17:58.980" v="23" actId="1076"/>
          <ac:spMkLst>
            <pc:docMk/>
            <pc:sldMk cId="0" sldId="306"/>
            <ac:spMk id="32" creationId="{72151E31-E05D-8DE1-8A56-5407F298809F}"/>
          </ac:spMkLst>
        </pc:spChg>
        <pc:spChg chg="mod">
          <ac:chgData name="Christopher Ojeda (Nokia)" userId="e11bd2ac-5f56-4ab0-9011-0b8c51ba3ded" providerId="ADAL" clId="{D8641BA3-117F-4133-919C-C2CF64912E39}" dt="2026-09-29T16:19:08.758" v="57" actId="20577"/>
          <ac:spMkLst>
            <pc:docMk/>
            <pc:sldMk cId="0" sldId="306"/>
            <ac:spMk id="33" creationId="{81211404-4A76-D9C3-C6AE-B07E60DA1D3C}"/>
          </ac:spMkLst>
        </pc:spChg>
        <pc:spChg chg="add del mod">
          <ac:chgData name="Christopher Ojeda (Nokia)" userId="e11bd2ac-5f56-4ab0-9011-0b8c51ba3ded" providerId="ADAL" clId="{D8641BA3-117F-4133-919C-C2CF64912E39}" dt="2026-09-29T16:16:34.023" v="10" actId="22"/>
          <ac:spMkLst>
            <pc:docMk/>
            <pc:sldMk cId="0" sldId="306"/>
            <ac:spMk id="34" creationId="{EF213C90-B7F2-2C26-D7D4-AB677FFF3398}"/>
          </ac:spMkLst>
        </pc:spChg>
        <pc:spChg chg="mod">
          <ac:chgData name="Christopher Ojeda (Nokia)" userId="e11bd2ac-5f56-4ab0-9011-0b8c51ba3ded" providerId="ADAL" clId="{D8641BA3-117F-4133-919C-C2CF64912E39}" dt="2026-09-29T16:18:15.799" v="24" actId="1076"/>
          <ac:spMkLst>
            <pc:docMk/>
            <pc:sldMk cId="0" sldId="306"/>
            <ac:spMk id="35" creationId="{5938BA7D-969F-59E1-DE9D-A82F9D4BF46A}"/>
          </ac:spMkLst>
        </pc:spChg>
        <pc:spChg chg="mod">
          <ac:chgData name="Christopher Ojeda (Nokia)" userId="e11bd2ac-5f56-4ab0-9011-0b8c51ba3ded" providerId="ADAL" clId="{D8641BA3-117F-4133-919C-C2CF64912E39}" dt="2026-09-29T16:19:11.268" v="59" actId="20577"/>
          <ac:spMkLst>
            <pc:docMk/>
            <pc:sldMk cId="0" sldId="306"/>
            <ac:spMk id="37" creationId="{1C07747C-3912-7D2C-BBBB-EB2E7C7FDE68}"/>
          </ac:spMkLst>
        </pc:spChg>
        <pc:spChg chg="mod">
          <ac:chgData name="Christopher Ojeda (Nokia)" userId="e11bd2ac-5f56-4ab0-9011-0b8c51ba3ded" providerId="ADAL" clId="{D8641BA3-117F-4133-919C-C2CF64912E39}" dt="2026-09-29T16:16:56.179" v="16" actId="1076"/>
          <ac:spMkLst>
            <pc:docMk/>
            <pc:sldMk cId="0" sldId="306"/>
            <ac:spMk id="42" creationId="{00000000-0000-0000-0000-000000000000}"/>
          </ac:spMkLst>
        </pc:spChg>
        <pc:spChg chg="mod">
          <ac:chgData name="Christopher Ojeda (Nokia)" userId="e11bd2ac-5f56-4ab0-9011-0b8c51ba3ded" providerId="ADAL" clId="{D8641BA3-117F-4133-919C-C2CF64912E39}" dt="2026-09-29T16:18:15.799" v="24" actId="1076"/>
          <ac:spMkLst>
            <pc:docMk/>
            <pc:sldMk cId="0" sldId="306"/>
            <ac:spMk id="46" creationId="{41B328FF-40C7-2F47-30DD-44A23A4B9AE8}"/>
          </ac:spMkLst>
        </pc:spChg>
        <pc:spChg chg="mod">
          <ac:chgData name="Christopher Ojeda (Nokia)" userId="e11bd2ac-5f56-4ab0-9011-0b8c51ba3ded" providerId="ADAL" clId="{D8641BA3-117F-4133-919C-C2CF64912E39}" dt="2026-09-29T16:18:15.799" v="24" actId="1076"/>
          <ac:spMkLst>
            <pc:docMk/>
            <pc:sldMk cId="0" sldId="306"/>
            <ac:spMk id="47" creationId="{55A85C37-F2CD-449F-B6C7-3A56AFE7DCA5}"/>
          </ac:spMkLst>
        </pc:spChg>
        <pc:spChg chg="add del mod">
          <ac:chgData name="Christopher Ojeda (Nokia)" userId="e11bd2ac-5f56-4ab0-9011-0b8c51ba3ded" providerId="ADAL" clId="{D8641BA3-117F-4133-919C-C2CF64912E39}" dt="2026-09-29T16:16:34.023" v="10" actId="22"/>
          <ac:spMkLst>
            <pc:docMk/>
            <pc:sldMk cId="0" sldId="306"/>
            <ac:spMk id="50" creationId="{58BDC200-2587-58EB-9964-E73E0B3BEED1}"/>
          </ac:spMkLst>
        </pc:spChg>
        <pc:spChg chg="mod">
          <ac:chgData name="Christopher Ojeda (Nokia)" userId="e11bd2ac-5f56-4ab0-9011-0b8c51ba3ded" providerId="ADAL" clId="{D8641BA3-117F-4133-919C-C2CF64912E39}" dt="2026-09-29T16:18:15.799" v="24" actId="1076"/>
          <ac:spMkLst>
            <pc:docMk/>
            <pc:sldMk cId="0" sldId="306"/>
            <ac:spMk id="51" creationId="{69EC7327-C646-F5AC-8CAE-BB5839903814}"/>
          </ac:spMkLst>
        </pc:spChg>
        <pc:spChg chg="mod">
          <ac:chgData name="Christopher Ojeda (Nokia)" userId="e11bd2ac-5f56-4ab0-9011-0b8c51ba3ded" providerId="ADAL" clId="{D8641BA3-117F-4133-919C-C2CF64912E39}" dt="2026-09-29T16:17:58.980" v="23" actId="1076"/>
          <ac:spMkLst>
            <pc:docMk/>
            <pc:sldMk cId="0" sldId="306"/>
            <ac:spMk id="52" creationId="{00000000-0000-0000-0000-000000000000}"/>
          </ac:spMkLst>
        </pc:spChg>
        <pc:spChg chg="add mod">
          <ac:chgData name="Christopher Ojeda (Nokia)" userId="e11bd2ac-5f56-4ab0-9011-0b8c51ba3ded" providerId="ADAL" clId="{D8641BA3-117F-4133-919C-C2CF64912E39}" dt="2026-09-29T16:18:24.150" v="25" actId="1076"/>
          <ac:spMkLst>
            <pc:docMk/>
            <pc:sldMk cId="0" sldId="306"/>
            <ac:spMk id="54" creationId="{BF539EE7-2788-E8A4-0A67-8D4DE8869BCE}"/>
          </ac:spMkLst>
        </pc:spChg>
        <pc:spChg chg="add mod">
          <ac:chgData name="Christopher Ojeda (Nokia)" userId="e11bd2ac-5f56-4ab0-9011-0b8c51ba3ded" providerId="ADAL" clId="{D8641BA3-117F-4133-919C-C2CF64912E39}" dt="2026-09-29T16:19:02.719" v="51" actId="20577"/>
          <ac:spMkLst>
            <pc:docMk/>
            <pc:sldMk cId="0" sldId="306"/>
            <ac:spMk id="56" creationId="{CD0EBC94-F20A-4F7F-2657-F32309AACF19}"/>
          </ac:spMkLst>
        </pc:spChg>
        <pc:spChg chg="add mod">
          <ac:chgData name="Christopher Ojeda (Nokia)" userId="e11bd2ac-5f56-4ab0-9011-0b8c51ba3ded" providerId="ADAL" clId="{D8641BA3-117F-4133-919C-C2CF64912E39}" dt="2026-09-29T16:18:55.029" v="47" actId="20577"/>
          <ac:spMkLst>
            <pc:docMk/>
            <pc:sldMk cId="0" sldId="306"/>
            <ac:spMk id="58" creationId="{1520CCD3-53E5-7EDD-1D10-A6E01C9F377F}"/>
          </ac:spMkLst>
        </pc:spChg>
      </pc:sldChg>
      <pc:sldChg chg="modSp add mod">
        <pc:chgData name="Christopher Ojeda (Nokia)" userId="e11bd2ac-5f56-4ab0-9011-0b8c51ba3ded" providerId="ADAL" clId="{D8641BA3-117F-4133-919C-C2CF64912E39}" dt="2026-09-29T16:24:56.725" v="211" actId="20577"/>
        <pc:sldMkLst>
          <pc:docMk/>
          <pc:sldMk cId="667701727" sldId="307"/>
        </pc:sldMkLst>
        <pc:spChg chg="mod">
          <ac:chgData name="Christopher Ojeda (Nokia)" userId="e11bd2ac-5f56-4ab0-9011-0b8c51ba3ded" providerId="ADAL" clId="{D8641BA3-117F-4133-919C-C2CF64912E39}" dt="2026-09-29T16:20:47.016" v="127" actId="20577"/>
          <ac:spMkLst>
            <pc:docMk/>
            <pc:sldMk cId="667701727" sldId="307"/>
            <ac:spMk id="8" creationId="{2E55DCA5-30E7-C2A4-492C-BD4A05871CEB}"/>
          </ac:spMkLst>
        </pc:spChg>
        <pc:spChg chg="mod">
          <ac:chgData name="Christopher Ojeda (Nokia)" userId="e11bd2ac-5f56-4ab0-9011-0b8c51ba3ded" providerId="ADAL" clId="{D8641BA3-117F-4133-919C-C2CF64912E39}" dt="2026-09-29T16:20:57.605" v="128"/>
          <ac:spMkLst>
            <pc:docMk/>
            <pc:sldMk cId="667701727" sldId="307"/>
            <ac:spMk id="11" creationId="{6C55CA92-6469-F14B-622A-D2A00313EC95}"/>
          </ac:spMkLst>
        </pc:spChg>
        <pc:spChg chg="mod">
          <ac:chgData name="Christopher Ojeda (Nokia)" userId="e11bd2ac-5f56-4ab0-9011-0b8c51ba3ded" providerId="ADAL" clId="{D8641BA3-117F-4133-919C-C2CF64912E39}" dt="2026-09-29T16:21:35.343" v="178" actId="20577"/>
          <ac:spMkLst>
            <pc:docMk/>
            <pc:sldMk cId="667701727" sldId="307"/>
            <ac:spMk id="13" creationId="{E01B3DA2-9290-3BAC-600C-00F590ED2184}"/>
          </ac:spMkLst>
        </pc:spChg>
        <pc:spChg chg="mod">
          <ac:chgData name="Christopher Ojeda (Nokia)" userId="e11bd2ac-5f56-4ab0-9011-0b8c51ba3ded" providerId="ADAL" clId="{D8641BA3-117F-4133-919C-C2CF64912E39}" dt="2026-09-29T16:21:44.925" v="179"/>
          <ac:spMkLst>
            <pc:docMk/>
            <pc:sldMk cId="667701727" sldId="307"/>
            <ac:spMk id="16" creationId="{73E90F7D-BF71-83CA-6DCF-B0F0F5366E86}"/>
          </ac:spMkLst>
        </pc:spChg>
        <pc:spChg chg="mod">
          <ac:chgData name="Christopher Ojeda (Nokia)" userId="e11bd2ac-5f56-4ab0-9011-0b8c51ba3ded" providerId="ADAL" clId="{D8641BA3-117F-4133-919C-C2CF64912E39}" dt="2026-09-29T16:22:01.727" v="182" actId="20577"/>
          <ac:spMkLst>
            <pc:docMk/>
            <pc:sldMk cId="667701727" sldId="307"/>
            <ac:spMk id="18" creationId="{CFFBED8F-D326-F5EB-AFCA-9EE76C8FEC5F}"/>
          </ac:spMkLst>
        </pc:spChg>
        <pc:spChg chg="mod">
          <ac:chgData name="Christopher Ojeda (Nokia)" userId="e11bd2ac-5f56-4ab0-9011-0b8c51ba3ded" providerId="ADAL" clId="{D8641BA3-117F-4133-919C-C2CF64912E39}" dt="2026-09-29T16:21:58.885" v="180"/>
          <ac:spMkLst>
            <pc:docMk/>
            <pc:sldMk cId="667701727" sldId="307"/>
            <ac:spMk id="21" creationId="{444BC652-B48B-48E3-9544-2F43E5D5BB34}"/>
          </ac:spMkLst>
        </pc:spChg>
        <pc:spChg chg="mod">
          <ac:chgData name="Christopher Ojeda (Nokia)" userId="e11bd2ac-5f56-4ab0-9011-0b8c51ba3ded" providerId="ADAL" clId="{D8641BA3-117F-4133-919C-C2CF64912E39}" dt="2026-09-29T16:20:30.612" v="123" actId="20577"/>
          <ac:spMkLst>
            <pc:docMk/>
            <pc:sldMk cId="667701727" sldId="307"/>
            <ac:spMk id="23" creationId="{BEC3943E-CDA0-FD00-2BB6-D777E00420C1}"/>
          </ac:spMkLst>
        </pc:spChg>
        <pc:spChg chg="mod">
          <ac:chgData name="Christopher Ojeda (Nokia)" userId="e11bd2ac-5f56-4ab0-9011-0b8c51ba3ded" providerId="ADAL" clId="{D8641BA3-117F-4133-919C-C2CF64912E39}" dt="2026-09-29T16:20:39.996" v="125"/>
          <ac:spMkLst>
            <pc:docMk/>
            <pc:sldMk cId="667701727" sldId="307"/>
            <ac:spMk id="26" creationId="{2C6F99A8-CBA8-96A5-1D4A-B9F576F20C9B}"/>
          </ac:spMkLst>
        </pc:spChg>
        <pc:spChg chg="mod">
          <ac:chgData name="Christopher Ojeda (Nokia)" userId="e11bd2ac-5f56-4ab0-9011-0b8c51ba3ded" providerId="ADAL" clId="{D8641BA3-117F-4133-919C-C2CF64912E39}" dt="2026-09-29T16:23:47.261" v="187"/>
          <ac:spMkLst>
            <pc:docMk/>
            <pc:sldMk cId="667701727" sldId="307"/>
            <ac:spMk id="39" creationId="{3EF05EDC-C2FA-2BA4-F4F8-3194B14FCD7C}"/>
          </ac:spMkLst>
        </pc:spChg>
        <pc:spChg chg="mod">
          <ac:chgData name="Christopher Ojeda (Nokia)" userId="e11bd2ac-5f56-4ab0-9011-0b8c51ba3ded" providerId="ADAL" clId="{D8641BA3-117F-4133-919C-C2CF64912E39}" dt="2026-09-29T16:23:05.116" v="186" actId="20577"/>
          <ac:spMkLst>
            <pc:docMk/>
            <pc:sldMk cId="667701727" sldId="307"/>
            <ac:spMk id="44" creationId="{02B279D6-C973-037E-55B2-7F93484E1352}"/>
          </ac:spMkLst>
        </pc:spChg>
        <pc:spChg chg="mod">
          <ac:chgData name="Christopher Ojeda (Nokia)" userId="e11bd2ac-5f56-4ab0-9011-0b8c51ba3ded" providerId="ADAL" clId="{D8641BA3-117F-4133-919C-C2CF64912E39}" dt="2026-09-29T16:21:22.009" v="174" actId="20577"/>
          <ac:spMkLst>
            <pc:docMk/>
            <pc:sldMk cId="667701727" sldId="307"/>
            <ac:spMk id="52" creationId="{C3FB683B-0AB4-93A7-5E4D-D3D144334B6B}"/>
          </ac:spMkLst>
        </pc:spChg>
        <pc:spChg chg="mod">
          <ac:chgData name="Christopher Ojeda (Nokia)" userId="e11bd2ac-5f56-4ab0-9011-0b8c51ba3ded" providerId="ADAL" clId="{D8641BA3-117F-4133-919C-C2CF64912E39}" dt="2026-09-29T16:24:33.349" v="202" actId="20577"/>
          <ac:spMkLst>
            <pc:docMk/>
            <pc:sldMk cId="667701727" sldId="307"/>
            <ac:spMk id="69" creationId="{ACD2E41E-8C96-2DF3-907E-829A7D024B73}"/>
          </ac:spMkLst>
        </pc:spChg>
        <pc:spChg chg="mod">
          <ac:chgData name="Christopher Ojeda (Nokia)" userId="e11bd2ac-5f56-4ab0-9011-0b8c51ba3ded" providerId="ADAL" clId="{D8641BA3-117F-4133-919C-C2CF64912E39}" dt="2026-09-29T16:24:56.725" v="211" actId="20577"/>
          <ac:spMkLst>
            <pc:docMk/>
            <pc:sldMk cId="667701727" sldId="307"/>
            <ac:spMk id="71" creationId="{6723BA75-4C63-A62E-4AAD-AB1810424DDF}"/>
          </ac:spMkLst>
        </pc:spChg>
        <pc:spChg chg="mod">
          <ac:chgData name="Christopher Ojeda (Nokia)" userId="e11bd2ac-5f56-4ab0-9011-0b8c51ba3ded" providerId="ADAL" clId="{D8641BA3-117F-4133-919C-C2CF64912E39}" dt="2026-09-29T16:24:43.347" v="206" actId="20577"/>
          <ac:spMkLst>
            <pc:docMk/>
            <pc:sldMk cId="667701727" sldId="307"/>
            <ac:spMk id="81" creationId="{B22A95EC-6A80-A50D-B51F-E3950D12322B}"/>
          </ac:spMkLst>
        </pc:spChg>
        <pc:spChg chg="mod">
          <ac:chgData name="Christopher Ojeda (Nokia)" userId="e11bd2ac-5f56-4ab0-9011-0b8c51ba3ded" providerId="ADAL" clId="{D8641BA3-117F-4133-919C-C2CF64912E39}" dt="2026-09-29T16:20:10.817" v="120" actId="20577"/>
          <ac:spMkLst>
            <pc:docMk/>
            <pc:sldMk cId="667701727" sldId="307"/>
            <ac:spMk id="85" creationId="{8AD7CAB7-526A-2DDC-CF15-BA32478CF082}"/>
          </ac:spMkLst>
        </pc:spChg>
      </pc:sldChg>
      <pc:sldChg chg="modSp add mod">
        <pc:chgData name="Christopher Ojeda (Nokia)" userId="e11bd2ac-5f56-4ab0-9011-0b8c51ba3ded" providerId="ADAL" clId="{D8641BA3-117F-4133-919C-C2CF64912E39}" dt="2026-09-29T19:01:41.696" v="900" actId="27918"/>
        <pc:sldMkLst>
          <pc:docMk/>
          <pc:sldMk cId="4146789414" sldId="308"/>
        </pc:sldMkLst>
        <pc:spChg chg="mod">
          <ac:chgData name="Christopher Ojeda (Nokia)" userId="e11bd2ac-5f56-4ab0-9011-0b8c51ba3ded" providerId="ADAL" clId="{D8641BA3-117F-4133-919C-C2CF64912E39}" dt="2026-09-29T16:33:51.983" v="241" actId="20577"/>
          <ac:spMkLst>
            <pc:docMk/>
            <pc:sldMk cId="4146789414" sldId="308"/>
            <ac:spMk id="5" creationId="{37DA61F0-8726-FFBA-8905-3EFBE3889EE2}"/>
          </ac:spMkLst>
        </pc:spChg>
        <pc:spChg chg="mod">
          <ac:chgData name="Christopher Ojeda (Nokia)" userId="e11bd2ac-5f56-4ab0-9011-0b8c51ba3ded" providerId="ADAL" clId="{D8641BA3-117F-4133-919C-C2CF64912E39}" dt="2026-09-29T16:36:28.914" v="288" actId="14100"/>
          <ac:spMkLst>
            <pc:docMk/>
            <pc:sldMk cId="4146789414" sldId="308"/>
            <ac:spMk id="13" creationId="{609E34A2-9622-2EEE-573A-347DE41FF4A5}"/>
          </ac:spMkLst>
        </pc:spChg>
      </pc:sldChg>
      <pc:sldChg chg="modSp add mod ord">
        <pc:chgData name="Christopher Ojeda (Nokia)" userId="e11bd2ac-5f56-4ab0-9011-0b8c51ba3ded" providerId="ADAL" clId="{D8641BA3-117F-4133-919C-C2CF64912E39}" dt="2026-09-29T19:02:17.017" v="907" actId="27918"/>
        <pc:sldMkLst>
          <pc:docMk/>
          <pc:sldMk cId="0" sldId="309"/>
        </pc:sldMkLst>
        <pc:spChg chg="mod">
          <ac:chgData name="Christopher Ojeda (Nokia)" userId="e11bd2ac-5f56-4ab0-9011-0b8c51ba3ded" providerId="ADAL" clId="{D8641BA3-117F-4133-919C-C2CF64912E39}" dt="2026-09-29T16:43:07.540" v="425" actId="20577"/>
          <ac:spMkLst>
            <pc:docMk/>
            <pc:sldMk cId="0" sldId="309"/>
            <ac:spMk id="13" creationId="{00000000-0000-0000-0000-000000000000}"/>
          </ac:spMkLst>
        </pc:spChg>
      </pc:sldChg>
      <pc:sldChg chg="modSp add del mod">
        <pc:chgData name="Christopher Ojeda (Nokia)" userId="e11bd2ac-5f56-4ab0-9011-0b8c51ba3ded" providerId="ADAL" clId="{D8641BA3-117F-4133-919C-C2CF64912E39}" dt="2026-09-29T17:09:07.662" v="891" actId="20577"/>
        <pc:sldMkLst>
          <pc:docMk/>
          <pc:sldMk cId="0" sldId="310"/>
        </pc:sldMkLst>
        <pc:graphicFrameChg chg="modGraphic">
          <ac:chgData name="Christopher Ojeda (Nokia)" userId="e11bd2ac-5f56-4ab0-9011-0b8c51ba3ded" providerId="ADAL" clId="{D8641BA3-117F-4133-919C-C2CF64912E39}" dt="2026-09-29T17:09:07.662" v="891" actId="20577"/>
          <ac:graphicFrameMkLst>
            <pc:docMk/>
            <pc:sldMk cId="0" sldId="310"/>
            <ac:graphicFrameMk id="24" creationId="{00000000-0000-0000-0000-000000000000}"/>
          </ac:graphicFrameMkLst>
        </pc:graphicFrameChg>
      </pc:sldChg>
      <pc:sldChg chg="modSp add mod">
        <pc:chgData name="Christopher Ojeda (Nokia)" userId="e11bd2ac-5f56-4ab0-9011-0b8c51ba3ded" providerId="ADAL" clId="{D8641BA3-117F-4133-919C-C2CF64912E39}" dt="2026-09-29T16:53:33.845" v="561" actId="20577"/>
        <pc:sldMkLst>
          <pc:docMk/>
          <pc:sldMk cId="0" sldId="311"/>
        </pc:sldMkLst>
        <pc:spChg chg="mod">
          <ac:chgData name="Christopher Ojeda (Nokia)" userId="e11bd2ac-5f56-4ab0-9011-0b8c51ba3ded" providerId="ADAL" clId="{D8641BA3-117F-4133-919C-C2CF64912E39}" dt="2026-09-29T16:53:33.845" v="561" actId="20577"/>
          <ac:spMkLst>
            <pc:docMk/>
            <pc:sldMk cId="0" sldId="311"/>
            <ac:spMk id="27" creationId="{00000000-0000-0000-0000-000000000000}"/>
          </ac:spMkLst>
        </pc:spChg>
      </pc:sldChg>
      <pc:sldChg chg="modSp add mod setBg">
        <pc:chgData name="Christopher Ojeda (Nokia)" userId="e11bd2ac-5f56-4ab0-9011-0b8c51ba3ded" providerId="ADAL" clId="{D8641BA3-117F-4133-919C-C2CF64912E39}" dt="2026-09-29T16:54:09.921" v="563" actId="20577"/>
        <pc:sldMkLst>
          <pc:docMk/>
          <pc:sldMk cId="0" sldId="312"/>
        </pc:sldMkLst>
        <pc:spChg chg="mod">
          <ac:chgData name="Christopher Ojeda (Nokia)" userId="e11bd2ac-5f56-4ab0-9011-0b8c51ba3ded" providerId="ADAL" clId="{D8641BA3-117F-4133-919C-C2CF64912E39}" dt="2026-09-29T16:54:09.921" v="563" actId="20577"/>
          <ac:spMkLst>
            <pc:docMk/>
            <pc:sldMk cId="0" sldId="312"/>
            <ac:spMk id="3" creationId="{00000000-0000-0000-0000-000000000000}"/>
          </ac:spMkLst>
        </pc:spChg>
      </pc:sldChg>
      <pc:sldChg chg="add setBg">
        <pc:chgData name="Christopher Ojeda (Nokia)" userId="e11bd2ac-5f56-4ab0-9011-0b8c51ba3ded" providerId="ADAL" clId="{D8641BA3-117F-4133-919C-C2CF64912E39}" dt="2026-09-29T16:52:39.940" v="488"/>
        <pc:sldMkLst>
          <pc:docMk/>
          <pc:sldMk cId="0" sldId="313"/>
        </pc:sldMkLst>
      </pc:sldChg>
      <pc:sldChg chg="add setBg">
        <pc:chgData name="Christopher Ojeda (Nokia)" userId="e11bd2ac-5f56-4ab0-9011-0b8c51ba3ded" providerId="ADAL" clId="{D8641BA3-117F-4133-919C-C2CF64912E39}" dt="2026-09-29T16:52:46.876" v="489"/>
        <pc:sldMkLst>
          <pc:docMk/>
          <pc:sldMk cId="0" sldId="314"/>
        </pc:sldMkLst>
      </pc:sldChg>
      <pc:sldMasterChg chg="delSldLayout">
        <pc:chgData name="Christopher Ojeda (Nokia)" userId="e11bd2ac-5f56-4ab0-9011-0b8c51ba3ded" providerId="ADAL" clId="{D8641BA3-117F-4133-919C-C2CF64912E39}" dt="2026-09-29T16:51:28.987" v="475" actId="47"/>
        <pc:sldMasterMkLst>
          <pc:docMk/>
          <pc:sldMasterMk cId="0" sldId="2147483648"/>
        </pc:sldMasterMkLst>
        <pc:sldLayoutChg chg="del">
          <pc:chgData name="Christopher Ojeda (Nokia)" userId="e11bd2ac-5f56-4ab0-9011-0b8c51ba3ded" providerId="ADAL" clId="{D8641BA3-117F-4133-919C-C2CF64912E39}" dt="2026-09-29T16:51:28.987" v="475" actId="47"/>
          <pc:sldLayoutMkLst>
            <pc:docMk/>
            <pc:sldMasterMk cId="0" sldId="2147483648"/>
            <pc:sldLayoutMk cId="830701729" sldId="2147483650"/>
          </pc:sldLayoutMkLst>
        </pc:sldLayoutChg>
      </pc:sldMaster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2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A6A6A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Sheet1!$A$2:$A$16</c:f>
              <c:strCache>
                <c:ptCount val="15"/>
                <c:pt idx="0">
                  <c:v>Jan/26+</c:v>
                </c:pt>
                <c:pt idx="1">
                  <c:v>26-Feb</c:v>
                </c:pt>
                <c:pt idx="2">
                  <c:v>26-Mar</c:v>
                </c:pt>
                <c:pt idx="3">
                  <c:v>26-Apr</c:v>
                </c:pt>
                <c:pt idx="4">
                  <c:v>26-May</c:v>
                </c:pt>
                <c:pt idx="5">
                  <c:v>26-Jun</c:v>
                </c:pt>
                <c:pt idx="6">
                  <c:v>26-Jul</c:v>
                </c:pt>
                <c:pt idx="7">
                  <c:v>26-Aug</c:v>
                </c:pt>
                <c:pt idx="8">
                  <c:v>26-Sep</c:v>
                </c:pt>
                <c:pt idx="9">
                  <c:v>26-Oct</c:v>
                </c:pt>
                <c:pt idx="10">
                  <c:v>26-Nov</c:v>
                </c:pt>
                <c:pt idx="11">
                  <c:v>26-Dec</c:v>
                </c:pt>
                <c:pt idx="12">
                  <c:v>27-Jan</c:v>
                </c:pt>
                <c:pt idx="13">
                  <c:v>27-Feb</c:v>
                </c:pt>
                <c:pt idx="14">
                  <c:v>27-Mar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24</c:v>
                </c:pt>
                <c:pt idx="1">
                  <c:v>7</c:v>
                </c:pt>
                <c:pt idx="2">
                  <c:v>18</c:v>
                </c:pt>
                <c:pt idx="3">
                  <c:v>23</c:v>
                </c:pt>
                <c:pt idx="4">
                  <c:v>22</c:v>
                </c:pt>
                <c:pt idx="5">
                  <c:v>26</c:v>
                </c:pt>
                <c:pt idx="6">
                  <c:v>28</c:v>
                </c:pt>
                <c:pt idx="7">
                  <c:v>13</c:v>
                </c:pt>
                <c:pt idx="8">
                  <c:v>28</c:v>
                </c:pt>
                <c:pt idx="9">
                  <c:v>20</c:v>
                </c:pt>
                <c:pt idx="10">
                  <c:v>20</c:v>
                </c:pt>
                <c:pt idx="11">
                  <c:v>10</c:v>
                </c:pt>
                <c:pt idx="12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8D8-4A95-8ACF-CD0CD875228E}"/>
            </c:ext>
          </c:extLst>
        </c:ser>
        <c:ser>
          <c:idx val="0"/>
          <c:order val="1"/>
          <c:tx>
            <c:strRef>
              <c:f>Sheet1!$C$1</c:f>
              <c:strCache>
                <c:ptCount val="1"/>
                <c:pt idx="0">
                  <c:v>Forecast</c:v>
                </c:pt>
              </c:strCache>
            </c:strRef>
          </c:tx>
          <c:spPr>
            <a:solidFill>
              <a:srgbClr val="12419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Sheet1!$A$2:$A$16</c:f>
              <c:strCache>
                <c:ptCount val="15"/>
                <c:pt idx="0">
                  <c:v>Jan/26+</c:v>
                </c:pt>
                <c:pt idx="1">
                  <c:v>26-Feb</c:v>
                </c:pt>
                <c:pt idx="2">
                  <c:v>26-Mar</c:v>
                </c:pt>
                <c:pt idx="3">
                  <c:v>26-Apr</c:v>
                </c:pt>
                <c:pt idx="4">
                  <c:v>26-May</c:v>
                </c:pt>
                <c:pt idx="5">
                  <c:v>26-Jun</c:v>
                </c:pt>
                <c:pt idx="6">
                  <c:v>26-Jul</c:v>
                </c:pt>
                <c:pt idx="7">
                  <c:v>26-Aug</c:v>
                </c:pt>
                <c:pt idx="8">
                  <c:v>26-Sep</c:v>
                </c:pt>
                <c:pt idx="9">
                  <c:v>26-Oct</c:v>
                </c:pt>
                <c:pt idx="10">
                  <c:v>26-Nov</c:v>
                </c:pt>
                <c:pt idx="11">
                  <c:v>26-Dec</c:v>
                </c:pt>
                <c:pt idx="12">
                  <c:v>27-Jan</c:v>
                </c:pt>
                <c:pt idx="13">
                  <c:v>27-Feb</c:v>
                </c:pt>
                <c:pt idx="14">
                  <c:v>27-Mar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24</c:v>
                </c:pt>
                <c:pt idx="1">
                  <c:v>7</c:v>
                </c:pt>
                <c:pt idx="2">
                  <c:v>18</c:v>
                </c:pt>
                <c:pt idx="3">
                  <c:v>23</c:v>
                </c:pt>
                <c:pt idx="4">
                  <c:v>22</c:v>
                </c:pt>
                <c:pt idx="5">
                  <c:v>26</c:v>
                </c:pt>
                <c:pt idx="6">
                  <c:v>28</c:v>
                </c:pt>
                <c:pt idx="7">
                  <c:v>13</c:v>
                </c:pt>
                <c:pt idx="8">
                  <c:v>25</c:v>
                </c:pt>
                <c:pt idx="9">
                  <c:v>5</c:v>
                </c:pt>
                <c:pt idx="10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AE-4256-A227-A5CED77AA10E}"/>
            </c:ext>
          </c:extLst>
        </c:ser>
        <c:ser>
          <c:idx val="1"/>
          <c:order val="2"/>
          <c:tx>
            <c:strRef>
              <c:f>Sheet1!$D$1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70AD4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Sheet1!$A$2:$A$16</c:f>
              <c:strCache>
                <c:ptCount val="15"/>
                <c:pt idx="0">
                  <c:v>Jan/26+</c:v>
                </c:pt>
                <c:pt idx="1">
                  <c:v>26-Feb</c:v>
                </c:pt>
                <c:pt idx="2">
                  <c:v>26-Mar</c:v>
                </c:pt>
                <c:pt idx="3">
                  <c:v>26-Apr</c:v>
                </c:pt>
                <c:pt idx="4">
                  <c:v>26-May</c:v>
                </c:pt>
                <c:pt idx="5">
                  <c:v>26-Jun</c:v>
                </c:pt>
                <c:pt idx="6">
                  <c:v>26-Jul</c:v>
                </c:pt>
                <c:pt idx="7">
                  <c:v>26-Aug</c:v>
                </c:pt>
                <c:pt idx="8">
                  <c:v>26-Sep</c:v>
                </c:pt>
                <c:pt idx="9">
                  <c:v>26-Oct</c:v>
                </c:pt>
                <c:pt idx="10">
                  <c:v>26-Nov</c:v>
                </c:pt>
                <c:pt idx="11">
                  <c:v>26-Dec</c:v>
                </c:pt>
                <c:pt idx="12">
                  <c:v>27-Jan</c:v>
                </c:pt>
                <c:pt idx="13">
                  <c:v>27-Feb</c:v>
                </c:pt>
                <c:pt idx="14">
                  <c:v>27-Mar</c:v>
                </c:pt>
              </c:strCache>
            </c: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24</c:v>
                </c:pt>
                <c:pt idx="1">
                  <c:v>7</c:v>
                </c:pt>
                <c:pt idx="2">
                  <c:v>18</c:v>
                </c:pt>
                <c:pt idx="3">
                  <c:v>23</c:v>
                </c:pt>
                <c:pt idx="4">
                  <c:v>22</c:v>
                </c:pt>
                <c:pt idx="5">
                  <c:v>26</c:v>
                </c:pt>
                <c:pt idx="6">
                  <c:v>28</c:v>
                </c:pt>
                <c:pt idx="7">
                  <c:v>13</c:v>
                </c:pt>
                <c:pt idx="8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6AE-4256-A227-A5CED77AA10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4.7255991167566763E-2"/>
          <c:y val="3.3096162486194874E-2"/>
          <c:w val="0.93795747280625197"/>
          <c:h val="0.83510701327619741"/>
        </c:manualLayout>
      </c:layout>
      <c:barChart>
        <c:barDir val="col"/>
        <c:grouping val="clustered"/>
        <c:varyColors val="0"/>
        <c:ser>
          <c:idx val="2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A6A6A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Sheet1!$A$2:$A$16</c:f>
              <c:strCache>
                <c:ptCount val="15"/>
                <c:pt idx="0">
                  <c:v>Jan/26+</c:v>
                </c:pt>
                <c:pt idx="1">
                  <c:v>26-Feb</c:v>
                </c:pt>
                <c:pt idx="2">
                  <c:v>26-Mar</c:v>
                </c:pt>
                <c:pt idx="3">
                  <c:v>26-Apr</c:v>
                </c:pt>
                <c:pt idx="4">
                  <c:v>26-May</c:v>
                </c:pt>
                <c:pt idx="5">
                  <c:v>26-Jun</c:v>
                </c:pt>
                <c:pt idx="6">
                  <c:v>26-Jul</c:v>
                </c:pt>
                <c:pt idx="7">
                  <c:v>26-Aug</c:v>
                </c:pt>
                <c:pt idx="8">
                  <c:v>26-Sep</c:v>
                </c:pt>
                <c:pt idx="9">
                  <c:v>26-Oct</c:v>
                </c:pt>
                <c:pt idx="10">
                  <c:v>26-Nov</c:v>
                </c:pt>
                <c:pt idx="11">
                  <c:v>26-Dec</c:v>
                </c:pt>
                <c:pt idx="12">
                  <c:v>27-Jan</c:v>
                </c:pt>
                <c:pt idx="13">
                  <c:v>27-Feb</c:v>
                </c:pt>
                <c:pt idx="14">
                  <c:v>27-Mar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13</c:v>
                </c:pt>
                <c:pt idx="1">
                  <c:v>7</c:v>
                </c:pt>
                <c:pt idx="2">
                  <c:v>8</c:v>
                </c:pt>
                <c:pt idx="3">
                  <c:v>14</c:v>
                </c:pt>
                <c:pt idx="4">
                  <c:v>29</c:v>
                </c:pt>
                <c:pt idx="5">
                  <c:v>31</c:v>
                </c:pt>
                <c:pt idx="6">
                  <c:v>30</c:v>
                </c:pt>
                <c:pt idx="7">
                  <c:v>19</c:v>
                </c:pt>
                <c:pt idx="8">
                  <c:v>28</c:v>
                </c:pt>
                <c:pt idx="9">
                  <c:v>22</c:v>
                </c:pt>
                <c:pt idx="10">
                  <c:v>20</c:v>
                </c:pt>
                <c:pt idx="11">
                  <c:v>15</c:v>
                </c:pt>
                <c:pt idx="12">
                  <c:v>10</c:v>
                </c:pt>
                <c:pt idx="1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70-474E-9DCB-F4E4CD0FAC7A}"/>
            </c:ext>
          </c:extLst>
        </c:ser>
        <c:ser>
          <c:idx val="0"/>
          <c:order val="1"/>
          <c:tx>
            <c:strRef>
              <c:f>Sheet1!$C$1</c:f>
              <c:strCache>
                <c:ptCount val="1"/>
                <c:pt idx="0">
                  <c:v>Forecast</c:v>
                </c:pt>
              </c:strCache>
            </c:strRef>
          </c:tx>
          <c:spPr>
            <a:solidFill>
              <a:srgbClr val="12419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Sheet1!$A$2:$A$16</c:f>
              <c:strCache>
                <c:ptCount val="15"/>
                <c:pt idx="0">
                  <c:v>Jan/26+</c:v>
                </c:pt>
                <c:pt idx="1">
                  <c:v>26-Feb</c:v>
                </c:pt>
                <c:pt idx="2">
                  <c:v>26-Mar</c:v>
                </c:pt>
                <c:pt idx="3">
                  <c:v>26-Apr</c:v>
                </c:pt>
                <c:pt idx="4">
                  <c:v>26-May</c:v>
                </c:pt>
                <c:pt idx="5">
                  <c:v>26-Jun</c:v>
                </c:pt>
                <c:pt idx="6">
                  <c:v>26-Jul</c:v>
                </c:pt>
                <c:pt idx="7">
                  <c:v>26-Aug</c:v>
                </c:pt>
                <c:pt idx="8">
                  <c:v>26-Sep</c:v>
                </c:pt>
                <c:pt idx="9">
                  <c:v>26-Oct</c:v>
                </c:pt>
                <c:pt idx="10">
                  <c:v>26-Nov</c:v>
                </c:pt>
                <c:pt idx="11">
                  <c:v>26-Dec</c:v>
                </c:pt>
                <c:pt idx="12">
                  <c:v>27-Jan</c:v>
                </c:pt>
                <c:pt idx="13">
                  <c:v>27-Feb</c:v>
                </c:pt>
                <c:pt idx="14">
                  <c:v>27-Mar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13</c:v>
                </c:pt>
                <c:pt idx="1">
                  <c:v>7</c:v>
                </c:pt>
                <c:pt idx="2">
                  <c:v>8</c:v>
                </c:pt>
                <c:pt idx="3">
                  <c:v>14</c:v>
                </c:pt>
                <c:pt idx="4">
                  <c:v>29</c:v>
                </c:pt>
                <c:pt idx="5">
                  <c:v>31</c:v>
                </c:pt>
                <c:pt idx="6">
                  <c:v>30</c:v>
                </c:pt>
                <c:pt idx="7">
                  <c:v>19</c:v>
                </c:pt>
                <c:pt idx="8">
                  <c:v>25</c:v>
                </c:pt>
                <c:pt idx="9">
                  <c:v>12</c:v>
                </c:pt>
                <c:pt idx="10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BEF-46DC-BB5D-A7162BB3B72B}"/>
            </c:ext>
          </c:extLst>
        </c:ser>
        <c:ser>
          <c:idx val="1"/>
          <c:order val="2"/>
          <c:tx>
            <c:strRef>
              <c:f>Sheet1!$D$1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70AD4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Sheet1!$A$2:$A$16</c:f>
              <c:strCache>
                <c:ptCount val="15"/>
                <c:pt idx="0">
                  <c:v>Jan/26+</c:v>
                </c:pt>
                <c:pt idx="1">
                  <c:v>26-Feb</c:v>
                </c:pt>
                <c:pt idx="2">
                  <c:v>26-Mar</c:v>
                </c:pt>
                <c:pt idx="3">
                  <c:v>26-Apr</c:v>
                </c:pt>
                <c:pt idx="4">
                  <c:v>26-May</c:v>
                </c:pt>
                <c:pt idx="5">
                  <c:v>26-Jun</c:v>
                </c:pt>
                <c:pt idx="6">
                  <c:v>26-Jul</c:v>
                </c:pt>
                <c:pt idx="7">
                  <c:v>26-Aug</c:v>
                </c:pt>
                <c:pt idx="8">
                  <c:v>26-Sep</c:v>
                </c:pt>
                <c:pt idx="9">
                  <c:v>26-Oct</c:v>
                </c:pt>
                <c:pt idx="10">
                  <c:v>26-Nov</c:v>
                </c:pt>
                <c:pt idx="11">
                  <c:v>26-Dec</c:v>
                </c:pt>
                <c:pt idx="12">
                  <c:v>27-Jan</c:v>
                </c:pt>
                <c:pt idx="13">
                  <c:v>27-Feb</c:v>
                </c:pt>
                <c:pt idx="14">
                  <c:v>27-Mar</c:v>
                </c:pt>
              </c:strCache>
            </c: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13</c:v>
                </c:pt>
                <c:pt idx="1">
                  <c:v>7</c:v>
                </c:pt>
                <c:pt idx="2">
                  <c:v>8</c:v>
                </c:pt>
                <c:pt idx="3">
                  <c:v>14</c:v>
                </c:pt>
                <c:pt idx="4">
                  <c:v>29</c:v>
                </c:pt>
                <c:pt idx="5">
                  <c:v>31</c:v>
                </c:pt>
                <c:pt idx="6">
                  <c:v>30</c:v>
                </c:pt>
                <c:pt idx="7">
                  <c:v>19</c:v>
                </c:pt>
                <c:pt idx="8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BEF-46DC-BB5D-A7162BB3B72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9202607654519606"/>
          <c:y val="0.9259858699874165"/>
          <c:w val="0.23038981910541051"/>
          <c:h val="7.4014185726784157E-2"/>
        </c:manualLayout>
      </c:layout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0777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6C6F9-CA39-EE06-F6D5-E1F1452E2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821D03-5242-4A9F-C334-70B774DF9C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AD24E2-4F31-889A-84A5-E64F22727F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4E7B5-7C54-047E-D9FC-11BA019A1C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1826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52B9D-7411-90E2-5390-10AD5E252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D269C7-0F39-6EF7-03A9-0A7ABFD7E2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E0DBCB-76C5-CAB1-161A-4A30835A04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E81D4D-041A-24AA-AC51-DB27DFBBB0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7977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18321-9769-2237-6153-F488D5831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566124-9808-EE0C-9AE4-2A3F43DE84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0DF542-6ABD-A8B9-9007-93FE082072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82EE5C-AE86-9B82-47FF-B750C07C87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8379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40068-419B-84F3-4565-01536DE1C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351B39-F1F8-0CC8-FC17-1DE82F004A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08A564-A341-D7FE-EBBF-32C4F52D67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875BD4-8668-00F6-9E0A-CCD56BD539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7199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CC2DF-26C4-0DE3-1080-6F8A8AAC9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1B3C3C-6A67-2A6B-6735-EEF0B78C9D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C7CED5-07A7-BCBA-7D76-0D061D68E7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065C42-D6A4-C406-0673-C5E98CF958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9136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0E1D9-4C8D-1800-18B4-BDB721F86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BD65C6-7364-5CC5-2BE0-DC023EC3D5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476350-2C70-F84D-D177-00750DFB4A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E25578-D015-CAA3-F726-B432D25110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0566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7C512-7E74-DDB0-A818-957C06235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F03259-C3E6-66B4-1FB3-6FF8395E76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66CBE8-0F6E-5AAD-177D-F0A95C58A7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EB533C-6725-10F4-DF8A-DAAAC424A5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6328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A68F1-0A7B-1720-3C2B-28C7B5E3B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884F41-C9B7-6AF3-98EE-F63089A0CE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A88DAB-3F97-1A5E-4113-E09E2C160C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DA7948-DB30-1632-E533-1203153C27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91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FA50F-14EF-C474-A9D2-8B1033BB5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208723-1C04-0443-308E-8284551F06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0578F6-3DEC-AEB6-FACD-88F7494A91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978F59-F6B8-50EE-7982-7ACB687312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1532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4909F-791C-D0AC-53EA-7E3172268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B5E96B-1AE1-4EC4-1D16-FC79B21756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D5EA95-6639-3294-8FC8-D3EF66DF3B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DC7AC1-1524-5973-DFF2-325EDB6768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6840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59B82-6251-DE4D-3C2C-182F45211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DDF1BF-D0A1-EA2A-7D2D-0A1B1E5ADD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54DAAB-EE4E-5762-9731-702E69E88F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6417D6-A41D-E17E-A2E4-A351C5001C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6187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2C5F"/>
          </a:solidFill>
          <a:ln w="12700">
            <a:solidFill>
              <a:srgbClr val="0B2C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3108960"/>
            <a:ext cx="9144000" cy="203454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3063240"/>
            <a:ext cx="9144000" cy="73152"/>
          </a:xfrm>
          <a:prstGeom prst="rect">
            <a:avLst/>
          </a:prstGeom>
          <a:solidFill>
            <a:srgbClr val="00A0B0"/>
          </a:solidFill>
          <a:ln w="12700">
            <a:solidFill>
              <a:srgbClr val="00A0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 Program</a:t>
            </a:r>
            <a:endParaRPr lang="en-US" sz="400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>
                <a:solidFill>
                  <a:srgbClr val="B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update</a:t>
            </a:r>
            <a:endParaRPr lang="en-US" sz="300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0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09/29/2026</a:t>
            </a:r>
            <a:endParaRPr lang="en-US" sz="1800"/>
          </a:p>
        </p:txBody>
      </p:sp>
      <p:sp>
        <p:nvSpPr>
          <p:cNvPr id="8" name="Text 6"/>
          <p:cNvSpPr/>
          <p:nvPr/>
        </p:nvSpPr>
        <p:spPr>
          <a:xfrm>
            <a:off x="548640" y="3493008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B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Viaero Wireless  ·  Nokia Program Team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0" y="4864608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internal use</a:t>
            </a:r>
            <a:endParaRPr lang="en-US"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548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for 09/29/2026 meeting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0" y="731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09/29/2026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internal use</a:t>
            </a:r>
            <a:endParaRPr lang="en-US" sz="80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365760" cy="566928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914400" y="10972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and NTP Status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457200" y="1636776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1636776"/>
            <a:ext cx="365760" cy="566928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773936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914400" y="177393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Start and Cx Complete Status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457200" y="2313432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2313432"/>
            <a:ext cx="365760" cy="566928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245059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914400" y="245059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MSS Readiness</a:t>
            </a:r>
            <a:endParaRPr lang="en-US" sz="1100"/>
          </a:p>
        </p:txBody>
      </p:sp>
      <p:sp>
        <p:nvSpPr>
          <p:cNvPr id="18" name="Shape 16"/>
          <p:cNvSpPr/>
          <p:nvPr/>
        </p:nvSpPr>
        <p:spPr>
          <a:xfrm>
            <a:off x="457200" y="2990088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2990088"/>
            <a:ext cx="365760" cy="566928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312724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/>
          </a:p>
        </p:txBody>
      </p:sp>
      <p:sp>
        <p:nvSpPr>
          <p:cNvPr id="21" name="Text 19"/>
          <p:cNvSpPr/>
          <p:nvPr/>
        </p:nvSpPr>
        <p:spPr>
          <a:xfrm>
            <a:off x="914400" y="31272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HOPs in Progress</a:t>
            </a:r>
            <a:endParaRPr lang="en-US" sz="1100"/>
          </a:p>
        </p:txBody>
      </p:sp>
      <p:sp>
        <p:nvSpPr>
          <p:cNvPr id="22" name="Shape 20"/>
          <p:cNvSpPr/>
          <p:nvPr/>
        </p:nvSpPr>
        <p:spPr>
          <a:xfrm>
            <a:off x="457200" y="3666744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3666744"/>
            <a:ext cx="365760" cy="566928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3803904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/>
          </a:p>
        </p:txBody>
      </p:sp>
      <p:sp>
        <p:nvSpPr>
          <p:cNvPr id="25" name="Text 23"/>
          <p:cNvSpPr/>
          <p:nvPr/>
        </p:nvSpPr>
        <p:spPr>
          <a:xfrm>
            <a:off x="914400" y="380390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Start look ahead</a:t>
            </a:r>
            <a:endParaRPr lang="en-US" sz="1100"/>
          </a:p>
        </p:txBody>
      </p:sp>
      <p:sp>
        <p:nvSpPr>
          <p:cNvPr id="28" name="Text 26"/>
          <p:cNvSpPr/>
          <p:nvPr/>
        </p:nvSpPr>
        <p:spPr>
          <a:xfrm>
            <a:off x="4861457" y="2324935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/>
          </a:p>
        </p:txBody>
      </p:sp>
      <p:sp>
        <p:nvSpPr>
          <p:cNvPr id="29" name="Text 27"/>
          <p:cNvSpPr/>
          <p:nvPr/>
        </p:nvSpPr>
        <p:spPr>
          <a:xfrm>
            <a:off x="5318657" y="2324935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/>
          </a:p>
        </p:txBody>
      </p:sp>
      <p:sp>
        <p:nvSpPr>
          <p:cNvPr id="38" name="Shape 36"/>
          <p:cNvSpPr/>
          <p:nvPr/>
        </p:nvSpPr>
        <p:spPr>
          <a:xfrm>
            <a:off x="4663440" y="959030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663440" y="959030"/>
            <a:ext cx="365760" cy="566928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663440" y="109619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120640" y="109619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POR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663440" y="1655302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666390" y="1650730"/>
            <a:ext cx="365760" cy="566928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663440" y="1772846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/>
          </a:p>
        </p:txBody>
      </p:sp>
      <p:sp>
        <p:nvSpPr>
          <p:cNvPr id="45" name="Text 43"/>
          <p:cNvSpPr/>
          <p:nvPr/>
        </p:nvSpPr>
        <p:spPr>
          <a:xfrm>
            <a:off x="5120640" y="177284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/>
          </a:p>
        </p:txBody>
      </p:sp>
      <p:sp>
        <p:nvSpPr>
          <p:cNvPr id="48" name="Text 46"/>
          <p:cNvSpPr/>
          <p:nvPr/>
        </p:nvSpPr>
        <p:spPr>
          <a:xfrm>
            <a:off x="4670814" y="1772846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120640" y="1525958"/>
            <a:ext cx="3474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POR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541623" y="4005513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/>
          </a:p>
        </p:txBody>
      </p:sp>
      <p:sp>
        <p:nvSpPr>
          <p:cNvPr id="26" name="Shape 40">
            <a:extLst>
              <a:ext uri="{FF2B5EF4-FFF2-40B4-BE49-F238E27FC236}">
                <a16:creationId xmlns:a16="http://schemas.microsoft.com/office/drawing/2014/main" id="{5B33DC7D-2B96-C27A-CAEC-44038A6FE578}"/>
              </a:ext>
            </a:extLst>
          </p:cNvPr>
          <p:cNvSpPr/>
          <p:nvPr/>
        </p:nvSpPr>
        <p:spPr>
          <a:xfrm>
            <a:off x="4663440" y="2977183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pPr algn="ctr"/>
            <a:r>
              <a:rPr lang="en-US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/>
          </a:p>
        </p:txBody>
      </p:sp>
      <p:sp>
        <p:nvSpPr>
          <p:cNvPr id="27" name="Shape 41">
            <a:extLst>
              <a:ext uri="{FF2B5EF4-FFF2-40B4-BE49-F238E27FC236}">
                <a16:creationId xmlns:a16="http://schemas.microsoft.com/office/drawing/2014/main" id="{784C4185-1D1F-7F74-86DD-0406C8FA6600}"/>
              </a:ext>
            </a:extLst>
          </p:cNvPr>
          <p:cNvSpPr/>
          <p:nvPr/>
        </p:nvSpPr>
        <p:spPr>
          <a:xfrm>
            <a:off x="4663337" y="2986327"/>
            <a:ext cx="365760" cy="573122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46" name="Text 47">
            <a:extLst>
              <a:ext uri="{FF2B5EF4-FFF2-40B4-BE49-F238E27FC236}">
                <a16:creationId xmlns:a16="http://schemas.microsoft.com/office/drawing/2014/main" id="{41B328FF-40C7-2F47-30DD-44A23A4B9AE8}"/>
              </a:ext>
            </a:extLst>
          </p:cNvPr>
          <p:cNvSpPr/>
          <p:nvPr/>
        </p:nvSpPr>
        <p:spPr>
          <a:xfrm>
            <a:off x="5151015" y="3148032"/>
            <a:ext cx="986161" cy="281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 Review</a:t>
            </a:r>
            <a:endParaRPr lang="en-US" sz="1100" dirty="0"/>
          </a:p>
        </p:txBody>
      </p:sp>
      <p:sp>
        <p:nvSpPr>
          <p:cNvPr id="31" name="Shape 40">
            <a:extLst>
              <a:ext uri="{FF2B5EF4-FFF2-40B4-BE49-F238E27FC236}">
                <a16:creationId xmlns:a16="http://schemas.microsoft.com/office/drawing/2014/main" id="{3CE2D60A-EB77-8729-BC39-3BE1513C71BB}"/>
              </a:ext>
            </a:extLst>
          </p:cNvPr>
          <p:cNvSpPr/>
          <p:nvPr/>
        </p:nvSpPr>
        <p:spPr>
          <a:xfrm>
            <a:off x="4663440" y="3635551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dirty="0"/>
          </a:p>
        </p:txBody>
      </p:sp>
      <p:sp>
        <p:nvSpPr>
          <p:cNvPr id="33" name="Shape 41">
            <a:extLst>
              <a:ext uri="{FF2B5EF4-FFF2-40B4-BE49-F238E27FC236}">
                <a16:creationId xmlns:a16="http://schemas.microsoft.com/office/drawing/2014/main" id="{81211404-4A76-D9C3-C6AE-B07E60DA1D3C}"/>
              </a:ext>
            </a:extLst>
          </p:cNvPr>
          <p:cNvSpPr/>
          <p:nvPr/>
        </p:nvSpPr>
        <p:spPr>
          <a:xfrm>
            <a:off x="4663440" y="3635551"/>
            <a:ext cx="365760" cy="573122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5A85C37-F2CD-449F-B6C7-3A56AFE7DCA5}"/>
              </a:ext>
            </a:extLst>
          </p:cNvPr>
          <p:cNvSpPr txBox="1"/>
          <p:nvPr/>
        </p:nvSpPr>
        <p:spPr>
          <a:xfrm>
            <a:off x="5106407" y="3772711"/>
            <a:ext cx="32146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SCOP Review</a:t>
            </a:r>
          </a:p>
        </p:txBody>
      </p:sp>
      <p:sp>
        <p:nvSpPr>
          <p:cNvPr id="32" name="Text 50">
            <a:extLst>
              <a:ext uri="{FF2B5EF4-FFF2-40B4-BE49-F238E27FC236}">
                <a16:creationId xmlns:a16="http://schemas.microsoft.com/office/drawing/2014/main" id="{72151E31-E05D-8DE1-8A56-5407F298809F}"/>
              </a:ext>
            </a:extLst>
          </p:cNvPr>
          <p:cNvSpPr/>
          <p:nvPr/>
        </p:nvSpPr>
        <p:spPr>
          <a:xfrm>
            <a:off x="4541520" y="4701785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/>
          </a:p>
        </p:txBody>
      </p:sp>
      <p:sp>
        <p:nvSpPr>
          <p:cNvPr id="35" name="Shape 40">
            <a:extLst>
              <a:ext uri="{FF2B5EF4-FFF2-40B4-BE49-F238E27FC236}">
                <a16:creationId xmlns:a16="http://schemas.microsoft.com/office/drawing/2014/main" id="{5938BA7D-969F-59E1-DE9D-A82F9D4BF46A}"/>
              </a:ext>
            </a:extLst>
          </p:cNvPr>
          <p:cNvSpPr/>
          <p:nvPr/>
        </p:nvSpPr>
        <p:spPr>
          <a:xfrm>
            <a:off x="4663337" y="4331823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dirty="0"/>
          </a:p>
        </p:txBody>
      </p:sp>
      <p:sp>
        <p:nvSpPr>
          <p:cNvPr id="37" name="Shape 41">
            <a:extLst>
              <a:ext uri="{FF2B5EF4-FFF2-40B4-BE49-F238E27FC236}">
                <a16:creationId xmlns:a16="http://schemas.microsoft.com/office/drawing/2014/main" id="{1C07747C-3912-7D2C-BBBB-EB2E7C7FDE68}"/>
              </a:ext>
            </a:extLst>
          </p:cNvPr>
          <p:cNvSpPr/>
          <p:nvPr/>
        </p:nvSpPr>
        <p:spPr>
          <a:xfrm>
            <a:off x="4663337" y="4331823"/>
            <a:ext cx="365760" cy="573122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9EC7327-C646-F5AC-8CAE-BB5839903814}"/>
              </a:ext>
            </a:extLst>
          </p:cNvPr>
          <p:cNvSpPr txBox="1"/>
          <p:nvPr/>
        </p:nvSpPr>
        <p:spPr>
          <a:xfrm>
            <a:off x="5151015" y="4473849"/>
            <a:ext cx="32146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Action Items Log</a:t>
            </a:r>
          </a:p>
        </p:txBody>
      </p:sp>
      <p:sp>
        <p:nvSpPr>
          <p:cNvPr id="54" name="Shape 40">
            <a:extLst>
              <a:ext uri="{FF2B5EF4-FFF2-40B4-BE49-F238E27FC236}">
                <a16:creationId xmlns:a16="http://schemas.microsoft.com/office/drawing/2014/main" id="{BF539EE7-2788-E8A4-0A67-8D4DE8869BCE}"/>
              </a:ext>
            </a:extLst>
          </p:cNvPr>
          <p:cNvSpPr/>
          <p:nvPr/>
        </p:nvSpPr>
        <p:spPr>
          <a:xfrm>
            <a:off x="4663337" y="2291309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dirty="0"/>
          </a:p>
        </p:txBody>
      </p:sp>
      <p:sp>
        <p:nvSpPr>
          <p:cNvPr id="56" name="Shape 41">
            <a:extLst>
              <a:ext uri="{FF2B5EF4-FFF2-40B4-BE49-F238E27FC236}">
                <a16:creationId xmlns:a16="http://schemas.microsoft.com/office/drawing/2014/main" id="{CD0EBC94-F20A-4F7F-2657-F32309AACF19}"/>
              </a:ext>
            </a:extLst>
          </p:cNvPr>
          <p:cNvSpPr/>
          <p:nvPr/>
        </p:nvSpPr>
        <p:spPr>
          <a:xfrm>
            <a:off x="4678577" y="2300453"/>
            <a:ext cx="365760" cy="573122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58" name="Text 47">
            <a:extLst>
              <a:ext uri="{FF2B5EF4-FFF2-40B4-BE49-F238E27FC236}">
                <a16:creationId xmlns:a16="http://schemas.microsoft.com/office/drawing/2014/main" id="{1520CCD3-53E5-7EDD-1D10-A6E01C9F377F}"/>
              </a:ext>
            </a:extLst>
          </p:cNvPr>
          <p:cNvSpPr/>
          <p:nvPr/>
        </p:nvSpPr>
        <p:spPr>
          <a:xfrm>
            <a:off x="5151015" y="2461302"/>
            <a:ext cx="1564678" cy="281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 POR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98F36-D7F7-A27F-3AC5-9133086BE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F2F0DB4-1324-DFBA-5093-1754A4C18034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9AB7F56-AF77-832C-5F67-3065D39A60AC}"/>
              </a:ext>
            </a:extLst>
          </p:cNvPr>
          <p:cNvSpPr/>
          <p:nvPr/>
        </p:nvSpPr>
        <p:spPr>
          <a:xfrm>
            <a:off x="320040" y="548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Dashboard</a:t>
            </a:r>
            <a:endParaRPr lang="en-US" sz="2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E55A7A2-E12A-5946-9F6C-E2CE2D27DF55}"/>
              </a:ext>
            </a:extLst>
          </p:cNvPr>
          <p:cNvSpPr/>
          <p:nvPr/>
        </p:nvSpPr>
        <p:spPr>
          <a:xfrm>
            <a:off x="320040" y="521208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to 9/15/2026  ·  09/22/2026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656FFDD-9351-F0A7-DEB9-7DE987EFB755}"/>
              </a:ext>
            </a:extLst>
          </p:cNvPr>
          <p:cNvSpPr/>
          <p:nvPr/>
        </p:nvSpPr>
        <p:spPr>
          <a:xfrm>
            <a:off x="7772400" y="731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09/22/2026</a:t>
            </a:r>
            <a:endParaRPr lang="en-US" sz="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1A1D61D-06E9-721F-146F-07464B7ADC2E}"/>
              </a:ext>
            </a:extLst>
          </p:cNvPr>
          <p:cNvSpPr/>
          <p:nvPr/>
        </p:nvSpPr>
        <p:spPr>
          <a:xfrm>
            <a:off x="0" y="489204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internal use</a:t>
            </a:r>
            <a:endParaRPr lang="en-US" sz="8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810D598-00A1-4091-2E20-11BD361ACDF8}"/>
              </a:ext>
            </a:extLst>
          </p:cNvPr>
          <p:cNvSpPr/>
          <p:nvPr/>
        </p:nvSpPr>
        <p:spPr>
          <a:xfrm>
            <a:off x="3791439" y="949503"/>
            <a:ext cx="1463040" cy="1463040"/>
          </a:xfrm>
          <a:prstGeom prst="rect">
            <a:avLst/>
          </a:prstGeom>
          <a:solidFill>
            <a:srgbClr val="D6E4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E55DCA5-30E7-C2A4-492C-BD4A05871CEB}"/>
              </a:ext>
            </a:extLst>
          </p:cNvPr>
          <p:cNvSpPr/>
          <p:nvPr/>
        </p:nvSpPr>
        <p:spPr>
          <a:xfrm>
            <a:off x="3517119" y="986079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184</a:t>
            </a:r>
            <a:endParaRPr lang="en-US" sz="3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6C9538C-2D4F-3728-2F71-238FDD1FFD6F}"/>
              </a:ext>
            </a:extLst>
          </p:cNvPr>
          <p:cNvSpPr/>
          <p:nvPr/>
        </p:nvSpPr>
        <p:spPr>
          <a:xfrm>
            <a:off x="3517119" y="1827327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Starts</a:t>
            </a:r>
            <a:endParaRPr lang="en-US" sz="9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3D0556F-9D1A-1DE1-380B-D01D61CF1FC8}"/>
              </a:ext>
            </a:extLst>
          </p:cNvPr>
          <p:cNvSpPr/>
          <p:nvPr/>
        </p:nvSpPr>
        <p:spPr>
          <a:xfrm>
            <a:off x="3791439" y="2156511"/>
            <a:ext cx="1463040" cy="201168"/>
          </a:xfrm>
          <a:prstGeom prst="rect">
            <a:avLst/>
          </a:prstGeom>
          <a:solidFill>
            <a:srgbClr val="E2EFD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C55CA92-6469-F14B-622A-D2A00313EC95}"/>
              </a:ext>
            </a:extLst>
          </p:cNvPr>
          <p:cNvSpPr/>
          <p:nvPr/>
        </p:nvSpPr>
        <p:spPr>
          <a:xfrm>
            <a:off x="3791439" y="2174799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b="1" dirty="0">
                <a:solidFill>
                  <a:srgbClr val="217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 vs 09/22/2026</a:t>
            </a: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A3D27260-58E1-9E86-A423-5F14A4A9DC2E}"/>
              </a:ext>
            </a:extLst>
          </p:cNvPr>
          <p:cNvSpPr/>
          <p:nvPr/>
        </p:nvSpPr>
        <p:spPr>
          <a:xfrm>
            <a:off x="5326702" y="949950"/>
            <a:ext cx="1463040" cy="1463040"/>
          </a:xfrm>
          <a:prstGeom prst="rect">
            <a:avLst/>
          </a:prstGeom>
          <a:solidFill>
            <a:srgbClr val="E2EFD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01B3DA2-9290-3BAC-600C-00F590ED2184}"/>
              </a:ext>
            </a:extLst>
          </p:cNvPr>
          <p:cNvSpPr/>
          <p:nvPr/>
        </p:nvSpPr>
        <p:spPr>
          <a:xfrm>
            <a:off x="5052382" y="986526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173</a:t>
            </a:r>
            <a:endParaRPr lang="en-US" sz="36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C30F117-5FA3-2224-9710-116B0DE928FE}"/>
              </a:ext>
            </a:extLst>
          </p:cNvPr>
          <p:cNvSpPr/>
          <p:nvPr/>
        </p:nvSpPr>
        <p:spPr>
          <a:xfrm>
            <a:off x="5052382" y="182777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Completions</a:t>
            </a:r>
            <a:endParaRPr lang="en-US" sz="90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22A611AD-2F5B-539D-D2DD-D8AF162A54A6}"/>
              </a:ext>
            </a:extLst>
          </p:cNvPr>
          <p:cNvSpPr/>
          <p:nvPr/>
        </p:nvSpPr>
        <p:spPr>
          <a:xfrm>
            <a:off x="5326702" y="2156958"/>
            <a:ext cx="1463040" cy="201168"/>
          </a:xfrm>
          <a:prstGeom prst="rect">
            <a:avLst/>
          </a:prstGeom>
          <a:solidFill>
            <a:srgbClr val="E2EFD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3E90F7D-BF71-83CA-6DCF-B0F0F5366E86}"/>
              </a:ext>
            </a:extLst>
          </p:cNvPr>
          <p:cNvSpPr/>
          <p:nvPr/>
        </p:nvSpPr>
        <p:spPr>
          <a:xfrm>
            <a:off x="5326702" y="2175246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b="1" dirty="0">
                <a:solidFill>
                  <a:srgbClr val="217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 vs 09/22/2026</a:t>
            </a: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8701AABA-CD37-DA77-5852-4586FCAF65B5}"/>
              </a:ext>
            </a:extLst>
          </p:cNvPr>
          <p:cNvSpPr/>
          <p:nvPr/>
        </p:nvSpPr>
        <p:spPr>
          <a:xfrm>
            <a:off x="6854679" y="950355"/>
            <a:ext cx="1463040" cy="14630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FFBED8F-D326-F5EB-AFCA-9EE76C8FEC5F}"/>
              </a:ext>
            </a:extLst>
          </p:cNvPr>
          <p:cNvSpPr/>
          <p:nvPr/>
        </p:nvSpPr>
        <p:spPr>
          <a:xfrm>
            <a:off x="6580359" y="986931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6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64F507F-C13E-BFE9-F072-9BDA9F1D5373}"/>
              </a:ext>
            </a:extLst>
          </p:cNvPr>
          <p:cNvSpPr/>
          <p:nvPr/>
        </p:nvSpPr>
        <p:spPr>
          <a:xfrm>
            <a:off x="6580359" y="1828179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HOPs in Progress</a:t>
            </a:r>
            <a:endParaRPr lang="en-US" sz="90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AAEE353F-4691-2290-B8A5-FD0CC272F3C7}"/>
              </a:ext>
            </a:extLst>
          </p:cNvPr>
          <p:cNvSpPr/>
          <p:nvPr/>
        </p:nvSpPr>
        <p:spPr>
          <a:xfrm>
            <a:off x="6854679" y="2163392"/>
            <a:ext cx="1463040" cy="201168"/>
          </a:xfrm>
          <a:prstGeom prst="rect">
            <a:avLst/>
          </a:prstGeom>
          <a:solidFill>
            <a:srgbClr val="E2EFD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444BC652-B48B-48E3-9544-2F43E5D5BB34}"/>
              </a:ext>
            </a:extLst>
          </p:cNvPr>
          <p:cNvSpPr/>
          <p:nvPr/>
        </p:nvSpPr>
        <p:spPr>
          <a:xfrm>
            <a:off x="6854679" y="2181680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b="1" dirty="0">
                <a:solidFill>
                  <a:srgbClr val="217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 vs 09/22/2026</a:t>
            </a: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8FDF3244-53D3-8769-9C22-3D396855F7D5}"/>
              </a:ext>
            </a:extLst>
          </p:cNvPr>
          <p:cNvSpPr/>
          <p:nvPr/>
        </p:nvSpPr>
        <p:spPr>
          <a:xfrm>
            <a:off x="2263462" y="949950"/>
            <a:ext cx="1463040" cy="1463040"/>
          </a:xfrm>
          <a:prstGeom prst="rect">
            <a:avLst/>
          </a:prstGeom>
          <a:solidFill>
            <a:srgbClr val="D6E4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BEC3943E-CDA0-FD00-2BB6-D777E00420C1}"/>
              </a:ext>
            </a:extLst>
          </p:cNvPr>
          <p:cNvSpPr/>
          <p:nvPr/>
        </p:nvSpPr>
        <p:spPr>
          <a:xfrm>
            <a:off x="1989142" y="986526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36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446F7145-E092-0A87-51BF-14F377802218}"/>
              </a:ext>
            </a:extLst>
          </p:cNvPr>
          <p:cNvSpPr/>
          <p:nvPr/>
        </p:nvSpPr>
        <p:spPr>
          <a:xfrm>
            <a:off x="1989142" y="182777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NTPs Issued</a:t>
            </a:r>
            <a:endParaRPr lang="en-US" sz="9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E05FDFD9-F006-7AAA-6580-E8D7A4B59A08}"/>
              </a:ext>
            </a:extLst>
          </p:cNvPr>
          <p:cNvSpPr/>
          <p:nvPr/>
        </p:nvSpPr>
        <p:spPr>
          <a:xfrm>
            <a:off x="2256176" y="2168987"/>
            <a:ext cx="1463040" cy="2011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2C6F99A8-CBA8-96A5-1D4A-B9F576F20C9B}"/>
              </a:ext>
            </a:extLst>
          </p:cNvPr>
          <p:cNvSpPr/>
          <p:nvPr/>
        </p:nvSpPr>
        <p:spPr>
          <a:xfrm>
            <a:off x="2263462" y="2175246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b="1" dirty="0">
                <a:solidFill>
                  <a:srgbClr val="217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vs 09/22/2026</a:t>
            </a:r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6E5B48B7-A084-EB6B-ED0F-30DC24D76A38}"/>
              </a:ext>
            </a:extLst>
          </p:cNvPr>
          <p:cNvSpPr/>
          <p:nvPr/>
        </p:nvSpPr>
        <p:spPr>
          <a:xfrm>
            <a:off x="299096" y="2922564"/>
            <a:ext cx="8605083" cy="274320"/>
          </a:xfrm>
          <a:prstGeom prst="rect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26">
            <a:extLst>
              <a:ext uri="{FF2B5EF4-FFF2-40B4-BE49-F238E27FC236}">
                <a16:creationId xmlns:a16="http://schemas.microsoft.com/office/drawing/2014/main" id="{3EF05EDC-C2FA-2BA4-F4F8-3194B14FCD7C}"/>
              </a:ext>
            </a:extLst>
          </p:cNvPr>
          <p:cNvSpPr/>
          <p:nvPr/>
        </p:nvSpPr>
        <p:spPr>
          <a:xfrm>
            <a:off x="274320" y="294546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Construction Completed: 173 of 242 HOPs (71%) – 69 HOPs Remaining</a:t>
            </a:r>
            <a:endParaRPr lang="en-US" sz="950" dirty="0"/>
          </a:p>
        </p:txBody>
      </p:sp>
      <p:sp>
        <p:nvSpPr>
          <p:cNvPr id="47" name="Text 30">
            <a:extLst>
              <a:ext uri="{FF2B5EF4-FFF2-40B4-BE49-F238E27FC236}">
                <a16:creationId xmlns:a16="http://schemas.microsoft.com/office/drawing/2014/main" id="{97C2F6E2-04BD-E52A-E372-22B5F756D19E}"/>
              </a:ext>
            </a:extLst>
          </p:cNvPr>
          <p:cNvSpPr/>
          <p:nvPr/>
        </p:nvSpPr>
        <p:spPr>
          <a:xfrm>
            <a:off x="5391639" y="209088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/>
          </a:p>
        </p:txBody>
      </p:sp>
      <p:sp>
        <p:nvSpPr>
          <p:cNvPr id="51" name="Text 31">
            <a:extLst>
              <a:ext uri="{FF2B5EF4-FFF2-40B4-BE49-F238E27FC236}">
                <a16:creationId xmlns:a16="http://schemas.microsoft.com/office/drawing/2014/main" id="{5DD9585D-7E30-3812-72BE-1135BF2AE469}"/>
              </a:ext>
            </a:extLst>
          </p:cNvPr>
          <p:cNvSpPr/>
          <p:nvPr/>
        </p:nvSpPr>
        <p:spPr>
          <a:xfrm>
            <a:off x="8345817" y="2829509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/>
          </a:p>
        </p:txBody>
      </p:sp>
      <p:sp>
        <p:nvSpPr>
          <p:cNvPr id="53" name="Text 35">
            <a:extLst>
              <a:ext uri="{FF2B5EF4-FFF2-40B4-BE49-F238E27FC236}">
                <a16:creationId xmlns:a16="http://schemas.microsoft.com/office/drawing/2014/main" id="{167F1669-7F9E-89B5-752F-812DF69ACC75}"/>
              </a:ext>
            </a:extLst>
          </p:cNvPr>
          <p:cNvSpPr/>
          <p:nvPr/>
        </p:nvSpPr>
        <p:spPr>
          <a:xfrm>
            <a:off x="5391639" y="228291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/>
          </a:p>
        </p:txBody>
      </p:sp>
      <p:sp>
        <p:nvSpPr>
          <p:cNvPr id="56" name="Text 36">
            <a:extLst>
              <a:ext uri="{FF2B5EF4-FFF2-40B4-BE49-F238E27FC236}">
                <a16:creationId xmlns:a16="http://schemas.microsoft.com/office/drawing/2014/main" id="{8410C403-1A98-FE3E-0FE5-C09E8ECAE0CD}"/>
              </a:ext>
            </a:extLst>
          </p:cNvPr>
          <p:cNvSpPr/>
          <p:nvPr/>
        </p:nvSpPr>
        <p:spPr>
          <a:xfrm>
            <a:off x="8345817" y="3021533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/>
          </a:p>
        </p:txBody>
      </p:sp>
      <p:sp>
        <p:nvSpPr>
          <p:cNvPr id="58" name="Text 40">
            <a:extLst>
              <a:ext uri="{FF2B5EF4-FFF2-40B4-BE49-F238E27FC236}">
                <a16:creationId xmlns:a16="http://schemas.microsoft.com/office/drawing/2014/main" id="{32A9D336-510B-1DE4-8268-488B4B42B161}"/>
              </a:ext>
            </a:extLst>
          </p:cNvPr>
          <p:cNvSpPr/>
          <p:nvPr/>
        </p:nvSpPr>
        <p:spPr>
          <a:xfrm>
            <a:off x="5391639" y="247493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/>
          </a:p>
        </p:txBody>
      </p:sp>
      <p:sp>
        <p:nvSpPr>
          <p:cNvPr id="61" name="Text 41">
            <a:extLst>
              <a:ext uri="{FF2B5EF4-FFF2-40B4-BE49-F238E27FC236}">
                <a16:creationId xmlns:a16="http://schemas.microsoft.com/office/drawing/2014/main" id="{9BCFF378-5B4C-D153-4C96-52322E96301E}"/>
              </a:ext>
            </a:extLst>
          </p:cNvPr>
          <p:cNvSpPr/>
          <p:nvPr/>
        </p:nvSpPr>
        <p:spPr>
          <a:xfrm>
            <a:off x="8345817" y="3213557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/>
          </a:p>
        </p:txBody>
      </p:sp>
      <p:sp>
        <p:nvSpPr>
          <p:cNvPr id="63" name="Shape 42">
            <a:extLst>
              <a:ext uri="{FF2B5EF4-FFF2-40B4-BE49-F238E27FC236}">
                <a16:creationId xmlns:a16="http://schemas.microsoft.com/office/drawing/2014/main" id="{8FB606D9-B2EA-2339-4002-481C03A20CDD}"/>
              </a:ext>
            </a:extLst>
          </p:cNvPr>
          <p:cNvSpPr/>
          <p:nvPr/>
        </p:nvSpPr>
        <p:spPr>
          <a:xfrm>
            <a:off x="299097" y="3268421"/>
            <a:ext cx="8595360" cy="256032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43">
            <a:extLst>
              <a:ext uri="{FF2B5EF4-FFF2-40B4-BE49-F238E27FC236}">
                <a16:creationId xmlns:a16="http://schemas.microsoft.com/office/drawing/2014/main" id="{7984A721-5FA1-8D8E-AACE-A43CF68017D3}"/>
              </a:ext>
            </a:extLst>
          </p:cNvPr>
          <p:cNvSpPr/>
          <p:nvPr/>
        </p:nvSpPr>
        <p:spPr>
          <a:xfrm>
            <a:off x="390537" y="3276771"/>
            <a:ext cx="8229600" cy="1990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NTP Start Changes by Month</a:t>
            </a:r>
            <a:endParaRPr lang="en-US" sz="950" dirty="0"/>
          </a:p>
        </p:txBody>
      </p:sp>
      <p:sp>
        <p:nvSpPr>
          <p:cNvPr id="67" name="Shape 44">
            <a:extLst>
              <a:ext uri="{FF2B5EF4-FFF2-40B4-BE49-F238E27FC236}">
                <a16:creationId xmlns:a16="http://schemas.microsoft.com/office/drawing/2014/main" id="{FAEF7D1B-02CB-E9BB-F3C2-552B0591FEF3}"/>
              </a:ext>
            </a:extLst>
          </p:cNvPr>
          <p:cNvSpPr/>
          <p:nvPr/>
        </p:nvSpPr>
        <p:spPr>
          <a:xfrm>
            <a:off x="329763" y="4236961"/>
            <a:ext cx="8595360" cy="2560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46">
            <a:extLst>
              <a:ext uri="{FF2B5EF4-FFF2-40B4-BE49-F238E27FC236}">
                <a16:creationId xmlns:a16="http://schemas.microsoft.com/office/drawing/2014/main" id="{ACD2E41E-8C96-2DF3-907E-829A7D024B73}"/>
              </a:ext>
            </a:extLst>
          </p:cNvPr>
          <p:cNvSpPr/>
          <p:nvPr/>
        </p:nvSpPr>
        <p:spPr>
          <a:xfrm>
            <a:off x="308819" y="3572731"/>
            <a:ext cx="8595360" cy="2560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September POR:  24 of 25 HOPs with NTP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Text 47">
            <a:extLst>
              <a:ext uri="{FF2B5EF4-FFF2-40B4-BE49-F238E27FC236}">
                <a16:creationId xmlns:a16="http://schemas.microsoft.com/office/drawing/2014/main" id="{6723BA75-4C63-A62E-4AAD-AB1810424DDF}"/>
              </a:ext>
            </a:extLst>
          </p:cNvPr>
          <p:cNvSpPr/>
          <p:nvPr/>
        </p:nvSpPr>
        <p:spPr>
          <a:xfrm>
            <a:off x="304987" y="4236556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 POR:  5 of 20 Hops with NTPs</a:t>
            </a:r>
            <a:endParaRPr lang="en-US" sz="9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3" name="Text 41">
            <a:extLst>
              <a:ext uri="{FF2B5EF4-FFF2-40B4-BE49-F238E27FC236}">
                <a16:creationId xmlns:a16="http://schemas.microsoft.com/office/drawing/2014/main" id="{A37F4D61-0918-5A19-E5C1-A1D4789CB29E}"/>
              </a:ext>
            </a:extLst>
          </p:cNvPr>
          <p:cNvSpPr/>
          <p:nvPr/>
        </p:nvSpPr>
        <p:spPr>
          <a:xfrm>
            <a:off x="8345817" y="3405581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/>
          </a:p>
        </p:txBody>
      </p:sp>
      <p:sp>
        <p:nvSpPr>
          <p:cNvPr id="75" name="Text 41">
            <a:extLst>
              <a:ext uri="{FF2B5EF4-FFF2-40B4-BE49-F238E27FC236}">
                <a16:creationId xmlns:a16="http://schemas.microsoft.com/office/drawing/2014/main" id="{F395A253-76FE-32B7-D014-B37CF18A1492}"/>
              </a:ext>
            </a:extLst>
          </p:cNvPr>
          <p:cNvSpPr/>
          <p:nvPr/>
        </p:nvSpPr>
        <p:spPr>
          <a:xfrm>
            <a:off x="8376484" y="4251931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/>
          </a:p>
        </p:txBody>
      </p:sp>
      <p:sp>
        <p:nvSpPr>
          <p:cNvPr id="77" name="Text 47">
            <a:extLst>
              <a:ext uri="{FF2B5EF4-FFF2-40B4-BE49-F238E27FC236}">
                <a16:creationId xmlns:a16="http://schemas.microsoft.com/office/drawing/2014/main" id="{BF3ED1BB-C352-8E60-07F7-376714F08455}"/>
              </a:ext>
            </a:extLst>
          </p:cNvPr>
          <p:cNvSpPr/>
          <p:nvPr/>
        </p:nvSpPr>
        <p:spPr>
          <a:xfrm>
            <a:off x="284043" y="3572731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9" name="Shape 44">
            <a:extLst>
              <a:ext uri="{FF2B5EF4-FFF2-40B4-BE49-F238E27FC236}">
                <a16:creationId xmlns:a16="http://schemas.microsoft.com/office/drawing/2014/main" id="{E3C313F0-D9C3-DC41-CA8D-3CFEBC25C8BC}"/>
              </a:ext>
            </a:extLst>
          </p:cNvPr>
          <p:cNvSpPr/>
          <p:nvPr/>
        </p:nvSpPr>
        <p:spPr>
          <a:xfrm>
            <a:off x="318542" y="3901871"/>
            <a:ext cx="8595360" cy="2560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47">
            <a:extLst>
              <a:ext uri="{FF2B5EF4-FFF2-40B4-BE49-F238E27FC236}">
                <a16:creationId xmlns:a16="http://schemas.microsoft.com/office/drawing/2014/main" id="{B22A95EC-6A80-A50D-B51F-E3950D12322B}"/>
              </a:ext>
            </a:extLst>
          </p:cNvPr>
          <p:cNvSpPr/>
          <p:nvPr/>
        </p:nvSpPr>
        <p:spPr>
          <a:xfrm>
            <a:off x="299098" y="3920159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POR:  10 of 25 Hops with NTPs</a:t>
            </a:r>
          </a:p>
        </p:txBody>
      </p:sp>
      <p:sp>
        <p:nvSpPr>
          <p:cNvPr id="83" name="Shape 25">
            <a:extLst>
              <a:ext uri="{FF2B5EF4-FFF2-40B4-BE49-F238E27FC236}">
                <a16:creationId xmlns:a16="http://schemas.microsoft.com/office/drawing/2014/main" id="{CE8A6FBA-3929-F7F4-CE30-4924166F16BF}"/>
              </a:ext>
            </a:extLst>
          </p:cNvPr>
          <p:cNvSpPr/>
          <p:nvPr/>
        </p:nvSpPr>
        <p:spPr>
          <a:xfrm>
            <a:off x="299097" y="2575913"/>
            <a:ext cx="8605082" cy="274320"/>
          </a:xfrm>
          <a:prstGeom prst="rect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26">
            <a:extLst>
              <a:ext uri="{FF2B5EF4-FFF2-40B4-BE49-F238E27FC236}">
                <a16:creationId xmlns:a16="http://schemas.microsoft.com/office/drawing/2014/main" id="{8AD7CAB7-526A-2DDC-CF15-BA32478CF082}"/>
              </a:ext>
            </a:extLst>
          </p:cNvPr>
          <p:cNvSpPr/>
          <p:nvPr/>
        </p:nvSpPr>
        <p:spPr>
          <a:xfrm>
            <a:off x="274320" y="2592164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233 HOPs assigned to Nokia – Red Flag 9/21/2026, Terry provided addition 9 pending red flag. Total 242</a:t>
            </a:r>
            <a:endParaRPr lang="en-US" sz="950" dirty="0"/>
          </a:p>
        </p:txBody>
      </p:sp>
      <p:sp>
        <p:nvSpPr>
          <p:cNvPr id="42" name="Shape 5">
            <a:extLst>
              <a:ext uri="{FF2B5EF4-FFF2-40B4-BE49-F238E27FC236}">
                <a16:creationId xmlns:a16="http://schemas.microsoft.com/office/drawing/2014/main" id="{FB0799B8-2323-7479-21EE-B8C37571793C}"/>
              </a:ext>
            </a:extLst>
          </p:cNvPr>
          <p:cNvSpPr/>
          <p:nvPr/>
        </p:nvSpPr>
        <p:spPr>
          <a:xfrm>
            <a:off x="728875" y="950355"/>
            <a:ext cx="1463040" cy="1463040"/>
          </a:xfrm>
          <a:prstGeom prst="rect">
            <a:avLst/>
          </a:prstGeom>
          <a:solidFill>
            <a:srgbClr val="D6E4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6">
            <a:extLst>
              <a:ext uri="{FF2B5EF4-FFF2-40B4-BE49-F238E27FC236}">
                <a16:creationId xmlns:a16="http://schemas.microsoft.com/office/drawing/2014/main" id="{02B279D6-C973-037E-55B2-7F93484E1352}"/>
              </a:ext>
            </a:extLst>
          </p:cNvPr>
          <p:cNvSpPr/>
          <p:nvPr/>
        </p:nvSpPr>
        <p:spPr>
          <a:xfrm>
            <a:off x="471380" y="993627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</a:t>
            </a:r>
            <a:endParaRPr lang="en-US" sz="3600" dirty="0"/>
          </a:p>
        </p:txBody>
      </p:sp>
      <p:sp>
        <p:nvSpPr>
          <p:cNvPr id="46" name="Text 7">
            <a:extLst>
              <a:ext uri="{FF2B5EF4-FFF2-40B4-BE49-F238E27FC236}">
                <a16:creationId xmlns:a16="http://schemas.microsoft.com/office/drawing/2014/main" id="{09ACED67-B225-7397-2DE8-150F38AADC9E}"/>
              </a:ext>
            </a:extLst>
          </p:cNvPr>
          <p:cNvSpPr/>
          <p:nvPr/>
        </p:nvSpPr>
        <p:spPr>
          <a:xfrm>
            <a:off x="471380" y="1834875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Assigned Hops</a:t>
            </a:r>
            <a:endParaRPr lang="en-US" sz="900" dirty="0"/>
          </a:p>
        </p:txBody>
      </p:sp>
      <p:sp>
        <p:nvSpPr>
          <p:cNvPr id="49" name="Shape 8">
            <a:extLst>
              <a:ext uri="{FF2B5EF4-FFF2-40B4-BE49-F238E27FC236}">
                <a16:creationId xmlns:a16="http://schemas.microsoft.com/office/drawing/2014/main" id="{317D6F2A-52F9-3B3E-6D50-85D420891760}"/>
              </a:ext>
            </a:extLst>
          </p:cNvPr>
          <p:cNvSpPr/>
          <p:nvPr/>
        </p:nvSpPr>
        <p:spPr>
          <a:xfrm>
            <a:off x="728875" y="2157363"/>
            <a:ext cx="1463040" cy="201168"/>
          </a:xfrm>
          <a:prstGeom prst="rect">
            <a:avLst/>
          </a:prstGeom>
          <a:solidFill>
            <a:srgbClr val="E2EFD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9">
            <a:extLst>
              <a:ext uri="{FF2B5EF4-FFF2-40B4-BE49-F238E27FC236}">
                <a16:creationId xmlns:a16="http://schemas.microsoft.com/office/drawing/2014/main" id="{C3FB683B-0AB4-93A7-5E4D-D3D144334B6B}"/>
              </a:ext>
            </a:extLst>
          </p:cNvPr>
          <p:cNvSpPr/>
          <p:nvPr/>
        </p:nvSpPr>
        <p:spPr>
          <a:xfrm>
            <a:off x="728875" y="2175651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b="1" dirty="0">
                <a:solidFill>
                  <a:srgbClr val="217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+ 9 Pending Red Flag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667701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1E0F4-3E5A-DFD6-F979-B1C90A0F5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1F5BC45-E403-30E5-6163-362CB398004D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C0D2D22-DFFB-42E5-B0E0-FF440CA90CF9}"/>
              </a:ext>
            </a:extLst>
          </p:cNvPr>
          <p:cNvSpPr/>
          <p:nvPr/>
        </p:nvSpPr>
        <p:spPr>
          <a:xfrm>
            <a:off x="320040" y="548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Start Status</a:t>
            </a:r>
            <a:endParaRPr lang="en-US" sz="2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84DAAE4-D8F2-CA70-E8F2-6EDE49B9CB43}"/>
              </a:ext>
            </a:extLst>
          </p:cNvPr>
          <p:cNvSpPr/>
          <p:nvPr/>
        </p:nvSpPr>
        <p:spPr>
          <a:xfrm>
            <a:off x="320040" y="521208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B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Month-over-month · Forecast = MS15 Implementation Start F </a:t>
            </a:r>
            <a:endParaRPr lang="en-US" sz="9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7DA61F0-8726-FFBA-8905-3EFBE3889EE2}"/>
              </a:ext>
            </a:extLst>
          </p:cNvPr>
          <p:cNvSpPr/>
          <p:nvPr/>
        </p:nvSpPr>
        <p:spPr>
          <a:xfrm>
            <a:off x="7772400" y="731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09/29/2026</a:t>
            </a:r>
            <a:endParaRPr lang="en-US" sz="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ED79B1D-1DAE-64DD-5822-3586CA7258AB}"/>
              </a:ext>
            </a:extLst>
          </p:cNvPr>
          <p:cNvSpPr/>
          <p:nvPr/>
        </p:nvSpPr>
        <p:spPr>
          <a:xfrm>
            <a:off x="0" y="4952597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internal use</a:t>
            </a:r>
            <a:endParaRPr lang="en-US" sz="8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69EF19C-1797-D990-4C76-2A713B5AC962}"/>
              </a:ext>
            </a:extLst>
          </p:cNvPr>
          <p:cNvSpPr/>
          <p:nvPr/>
        </p:nvSpPr>
        <p:spPr>
          <a:xfrm>
            <a:off x="4160520" y="908501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Starts</a:t>
            </a:r>
            <a:endParaRPr lang="en-US" sz="1000"/>
          </a:p>
        </p:txBody>
      </p:sp>
      <p:graphicFrame>
        <p:nvGraphicFramePr>
          <p:cNvPr id="8" name="Chart 0">
            <a:extLst>
              <a:ext uri="{FF2B5EF4-FFF2-40B4-BE49-F238E27FC236}">
                <a16:creationId xmlns:a16="http://schemas.microsoft.com/office/drawing/2014/main" id="{FE56C52C-AF0D-4FD6-7234-3AE5DF6CAD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316689"/>
              </p:ext>
            </p:extLst>
          </p:nvPr>
        </p:nvGraphicFramePr>
        <p:xfrm>
          <a:off x="969264" y="1132972"/>
          <a:ext cx="7205472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Shape 7">
            <a:extLst>
              <a:ext uri="{FF2B5EF4-FFF2-40B4-BE49-F238E27FC236}">
                <a16:creationId xmlns:a16="http://schemas.microsoft.com/office/drawing/2014/main" id="{4C9D1160-7EE5-B9FD-ECEC-4729EE447CD4}"/>
              </a:ext>
            </a:extLst>
          </p:cNvPr>
          <p:cNvSpPr/>
          <p:nvPr/>
        </p:nvSpPr>
        <p:spPr>
          <a:xfrm>
            <a:off x="274320" y="3882749"/>
            <a:ext cx="8595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11B96AE3-4D93-4CD0-EECB-BE04E14C79BD}"/>
              </a:ext>
            </a:extLst>
          </p:cNvPr>
          <p:cNvSpPr/>
          <p:nvPr/>
        </p:nvSpPr>
        <p:spPr>
          <a:xfrm>
            <a:off x="274320" y="3882749"/>
            <a:ext cx="64008" cy="1005840"/>
          </a:xfrm>
          <a:prstGeom prst="rect">
            <a:avLst/>
          </a:prstGeom>
          <a:solidFill>
            <a:srgbClr val="00A0B0"/>
          </a:solidFill>
          <a:ln w="12700">
            <a:solidFill>
              <a:srgbClr val="00A0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609E34A2-9622-2EEE-573A-347DE41FF4A5}"/>
              </a:ext>
            </a:extLst>
          </p:cNvPr>
          <p:cNvSpPr/>
          <p:nvPr/>
        </p:nvSpPr>
        <p:spPr>
          <a:xfrm>
            <a:off x="411480" y="3919325"/>
            <a:ext cx="832104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fontAlgn="base"/>
            <a:r>
              <a:rPr lang="en-US" sz="900" b="1" dirty="0">
                <a:solidFill>
                  <a:srgbClr val="4472C4"/>
                </a:solidFill>
                <a:latin typeface="Calibri" panose="020F0502020204030204" pitchFamily="34" charset="0"/>
              </a:rPr>
              <a:t>Monthly construction start activity for qualified HOPs with NTP issued and materials received.</a:t>
            </a:r>
            <a:r>
              <a:rPr lang="en-US" sz="900" dirty="0">
                <a:solidFill>
                  <a:srgbClr val="000000"/>
                </a:solidFill>
                <a:latin typeface="Calibri" panose="020F0502020204030204" pitchFamily="34" charset="0"/>
              </a:rPr>
              <a:t>​</a:t>
            </a:r>
            <a:endParaRPr lang="en-US" sz="8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marL="171450" indent="-171450"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Sept. – 25 F Starts, 25 qualified, 23 started</a:t>
            </a:r>
          </a:p>
          <a:p>
            <a:pPr marL="171450" indent="-171450"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Nebraska only – 5 Starts remaining</a:t>
            </a:r>
          </a:p>
          <a:p>
            <a:pPr marL="1085850" lvl="2" indent="-171450"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 have NTP </a:t>
            </a:r>
          </a:p>
          <a:p>
            <a:pPr marL="1085850" lvl="2" indent="-171450"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 pending NTP and/or blockers.</a:t>
            </a:r>
          </a:p>
          <a:p>
            <a:pPr marL="1085850" lvl="2" indent="-171450"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starting on or before 10/5.</a:t>
            </a:r>
          </a:p>
          <a:p>
            <a:pPr lvl="2">
              <a:spcAft>
                <a:spcPts val="200"/>
              </a:spcAft>
            </a:pP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146789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548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Complete Status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320040" y="521208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B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Month-over-month · Completions = MS16 Implementation Ends F</a:t>
            </a:r>
            <a:endParaRPr lang="en-US" sz="900"/>
          </a:p>
        </p:txBody>
      </p:sp>
      <p:sp>
        <p:nvSpPr>
          <p:cNvPr id="5" name="Text 3"/>
          <p:cNvSpPr/>
          <p:nvPr/>
        </p:nvSpPr>
        <p:spPr>
          <a:xfrm>
            <a:off x="7772400" y="731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09/22/2026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0" y="489204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internal use</a:t>
            </a:r>
            <a:endParaRPr lang="en-US" sz="800"/>
          </a:p>
        </p:txBody>
      </p:sp>
      <p:sp>
        <p:nvSpPr>
          <p:cNvPr id="9" name="Text 6"/>
          <p:cNvSpPr/>
          <p:nvPr/>
        </p:nvSpPr>
        <p:spPr>
          <a:xfrm>
            <a:off x="3684147" y="859536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Completes</a:t>
            </a:r>
            <a:endParaRPr lang="en-US" sz="1000"/>
          </a:p>
        </p:txBody>
      </p:sp>
      <p:graphicFrame>
        <p:nvGraphicFramePr>
          <p:cNvPr id="10" name="Chart 1"/>
          <p:cNvGraphicFramePr/>
          <p:nvPr>
            <p:extLst>
              <p:ext uri="{D42A27DB-BD31-4B8C-83A1-F6EECF244321}">
                <p14:modId xmlns:p14="http://schemas.microsoft.com/office/powerpoint/2010/main" val="4091110677"/>
              </p:ext>
            </p:extLst>
          </p:nvPr>
        </p:nvGraphicFramePr>
        <p:xfrm>
          <a:off x="981357" y="1165860"/>
          <a:ext cx="7034981" cy="27933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Shape 7"/>
          <p:cNvSpPr/>
          <p:nvPr/>
        </p:nvSpPr>
        <p:spPr>
          <a:xfrm>
            <a:off x="274320" y="4027785"/>
            <a:ext cx="8595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256032" y="4027785"/>
            <a:ext cx="64008" cy="1005840"/>
          </a:xfrm>
          <a:prstGeom prst="rect">
            <a:avLst/>
          </a:prstGeom>
          <a:solidFill>
            <a:srgbClr val="00A0B0"/>
          </a:solidFill>
          <a:ln w="12700">
            <a:solidFill>
              <a:srgbClr val="00A0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338328" y="4027785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fontAlgn="base"/>
            <a:r>
              <a:rPr lang="en-US" sz="900" b="1" dirty="0">
                <a:solidFill>
                  <a:srgbClr val="4472C4"/>
                </a:solidFill>
                <a:latin typeface="Calibri" panose="020F0502020204030204" pitchFamily="34" charset="0"/>
              </a:rPr>
              <a:t>Monthly construction start activity for qualified HOPs with NTP issued and materials received.</a:t>
            </a:r>
            <a:r>
              <a:rPr lang="en-US" sz="900" dirty="0">
                <a:solidFill>
                  <a:srgbClr val="000000"/>
                </a:solidFill>
                <a:latin typeface="Calibri" panose="020F0502020204030204" pitchFamily="34" charset="0"/>
              </a:rPr>
              <a:t>​</a:t>
            </a:r>
            <a:endParaRPr lang="en-US" sz="8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marL="171450" indent="-171450"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Sept. – 25 F Completed, 25 qualified</a:t>
            </a:r>
          </a:p>
          <a:p>
            <a:pPr marL="171450" indent="-171450"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Nebraska only – 11 completions remaining</a:t>
            </a:r>
          </a:p>
          <a:p>
            <a:pPr marL="1085850" lvl="2" indent="-171450"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6 are in progress</a:t>
            </a:r>
          </a:p>
          <a:p>
            <a:pPr marL="1085850" lvl="2" indent="-171450"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 remaining to start; all expected to start on or before 10/05, and complete before 10/15.</a:t>
            </a:r>
            <a:endParaRPr lang="en-US" sz="900" dirty="0"/>
          </a:p>
          <a:p>
            <a:pPr>
              <a:spcAft>
                <a:spcPts val="200"/>
              </a:spcAft>
            </a:pP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548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MSS Readiness, Power Needed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320040" y="521208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B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started (last 7 days)  ·  8 forecast (next 7 days)</a:t>
            </a:r>
            <a:endParaRPr lang="en-US" sz="900"/>
          </a:p>
        </p:txBody>
      </p:sp>
      <p:sp>
        <p:nvSpPr>
          <p:cNvPr id="5" name="Text 3"/>
          <p:cNvSpPr/>
          <p:nvPr/>
        </p:nvSpPr>
        <p:spPr>
          <a:xfrm>
            <a:off x="7772400" y="731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09/29/2026</a:t>
            </a:r>
            <a:endParaRPr lang="en-US" sz="900"/>
          </a:p>
        </p:txBody>
      </p:sp>
      <p:sp>
        <p:nvSpPr>
          <p:cNvPr id="6" name="Text 4"/>
          <p:cNvSpPr/>
          <p:nvPr/>
        </p:nvSpPr>
        <p:spPr>
          <a:xfrm>
            <a:off x="0" y="489204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internal use</a:t>
            </a:r>
            <a:endParaRPr lang="en-US" sz="800"/>
          </a:p>
        </p:txBody>
      </p:sp>
      <p:sp>
        <p:nvSpPr>
          <p:cNvPr id="7" name="Shape 5"/>
          <p:cNvSpPr/>
          <p:nvPr/>
        </p:nvSpPr>
        <p:spPr>
          <a:xfrm>
            <a:off x="274320" y="886968"/>
            <a:ext cx="8595360" cy="256032"/>
          </a:xfrm>
          <a:prstGeom prst="rect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9144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Started — MSS Ready or Ready Soon (4)</a:t>
            </a:r>
            <a:endParaRPr lang="en-US" sz="90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3845567"/>
              </p:ext>
            </p:extLst>
          </p:nvPr>
        </p:nvGraphicFramePr>
        <p:xfrm>
          <a:off x="940439" y="1207008"/>
          <a:ext cx="6949440" cy="15544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HOP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3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Viaero Ops Mgr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3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3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Cx Start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3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CX Notes / Live Status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3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0" dirty="0">
                          <a:solidFill>
                            <a:schemeClr val="tx1"/>
                          </a:solidFill>
                        </a:rPr>
                        <a:t>NE-GI_UNION_PACIFIC-NE-GI_INDUSTRIAL_PARK</a:t>
                      </a:r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>
                          <a:solidFill>
                            <a:schemeClr val="tx1"/>
                          </a:solidFill>
                        </a:rPr>
                        <a:t>C. Bolton</a:t>
                      </a:r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>
                          <a:solidFill>
                            <a:schemeClr val="tx1"/>
                          </a:solidFill>
                        </a:rPr>
                        <a:t>Ready</a:t>
                      </a:r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>
                          <a:solidFill>
                            <a:schemeClr val="tx1"/>
                          </a:solidFill>
                        </a:rPr>
                        <a:t>09/23/2026</a:t>
                      </a:r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sz="800" dirty="0"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0">
                          <a:solidFill>
                            <a:schemeClr val="tx1"/>
                          </a:solidFill>
                        </a:rPr>
                        <a:t>CO-ALAMOSA-CO-ALAMOSA_HOSP</a:t>
                      </a:r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 dirty="0">
                          <a:solidFill>
                            <a:schemeClr val="tx1"/>
                          </a:solidFill>
                        </a:rPr>
                        <a:t>S. Jordan</a:t>
                      </a:r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>
                          <a:solidFill>
                            <a:schemeClr val="tx1"/>
                          </a:solidFill>
                        </a:rPr>
                        <a:t>Ready</a:t>
                      </a:r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>
                          <a:solidFill>
                            <a:schemeClr val="tx1"/>
                          </a:solidFill>
                        </a:rPr>
                        <a:t>09/25/2026</a:t>
                      </a:r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sz="800" dirty="0"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0">
                          <a:solidFill>
                            <a:schemeClr val="tx1"/>
                          </a:solidFill>
                        </a:rPr>
                        <a:t>NE-LEXINGTON_TG-NE-LEXINGTON</a:t>
                      </a:r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 dirty="0">
                          <a:solidFill>
                            <a:schemeClr val="tx1"/>
                          </a:solidFill>
                        </a:rPr>
                        <a:t>C. Bolton</a:t>
                      </a:r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Ready</a:t>
                      </a:r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 dirty="0">
                          <a:solidFill>
                            <a:schemeClr val="tx1"/>
                          </a:solidFill>
                        </a:rPr>
                        <a:t>09/25/2026</a:t>
                      </a:r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sz="800" dirty="0"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CO-PRITCHETT_NORTH-CO-NINE_MILE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dirty="0"/>
                        <a:t>S. Jordan</a:t>
                      </a:r>
                      <a:endParaRPr dirty="0"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dirty="0"/>
                        <a:t>Ready</a:t>
                      </a:r>
                      <a:endParaRPr dirty="0"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dirty="0"/>
                        <a:t>09/25/2026</a:t>
                      </a:r>
                      <a:endParaRPr dirty="0"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/>
                        <a:t>9/29: Completed</a:t>
                      </a:r>
                      <a:endParaRPr sz="800" dirty="0"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548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Start Look ahead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320040" y="521208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starts in the 7-day look-ahead  ·  09/29/2026 – 09/29/2026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731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09/29/2026</a:t>
            </a:r>
            <a:endParaRPr lang="en-US" sz="900"/>
          </a:p>
        </p:txBody>
      </p:sp>
      <p:sp>
        <p:nvSpPr>
          <p:cNvPr id="6" name="Text 4"/>
          <p:cNvSpPr/>
          <p:nvPr/>
        </p:nvSpPr>
        <p:spPr>
          <a:xfrm>
            <a:off x="0" y="489204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internal use</a:t>
            </a:r>
            <a:endParaRPr lang="en-US" sz="800"/>
          </a:p>
        </p:txBody>
      </p:sp>
      <p:sp>
        <p:nvSpPr>
          <p:cNvPr id="7" name="Shape 5"/>
          <p:cNvSpPr/>
          <p:nvPr/>
        </p:nvSpPr>
        <p:spPr>
          <a:xfrm>
            <a:off x="274320" y="896112"/>
            <a:ext cx="8595360" cy="384048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9326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starts in the 7-day look-ahead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1796812"/>
              </p:ext>
            </p:extLst>
          </p:nvPr>
        </p:nvGraphicFramePr>
        <p:xfrm>
          <a:off x="888274" y="1316736"/>
          <a:ext cx="7367451" cy="304495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961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5361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HOP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NTP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Fc Start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Site CM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Viaero Ops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NTP Waiting On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Comments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1A2E"/>
                          </a:solidFill>
                        </a:rPr>
                        <a:t>CO-HOOPER-CO-CENTER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80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09/30/2026</a:t>
                      </a:r>
                      <a:endParaRPr lang="en-US" sz="80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Steve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S. Jordan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i="1">
                          <a:solidFill>
                            <a:schemeClr val="tx1"/>
                          </a:solidFill>
                        </a:rPr>
                        <a:t>NTP Complete</a:t>
                      </a:r>
                      <a:endParaRPr lang="en-US" sz="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1A2E"/>
                          </a:solidFill>
                        </a:rPr>
                        <a:t>NE-GI_INDUSTRIAL_PARK-NE-GILTNER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80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09/30/2026</a:t>
                      </a:r>
                      <a:endParaRPr lang="en-US" sz="80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Chris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C. Bolton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i="1">
                          <a:solidFill>
                            <a:schemeClr val="tx1"/>
                          </a:solidFill>
                        </a:rPr>
                        <a:t>NTP Complete</a:t>
                      </a:r>
                      <a:endParaRPr lang="en-US" sz="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1A2E"/>
                          </a:solidFill>
                        </a:rPr>
                        <a:t>NE-ALLIANCE_HOSP-NE-ALLIANCE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80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10/01/2026</a:t>
                      </a:r>
                      <a:endParaRPr lang="en-US" sz="80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Steve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B. Brumbaugh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i="1">
                          <a:solidFill>
                            <a:schemeClr val="tx1"/>
                          </a:solidFill>
                        </a:rPr>
                        <a:t>Hosp pending LL approval</a:t>
                      </a:r>
                      <a:endParaRPr lang="en-US" sz="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1A2E"/>
                          </a:solidFill>
                        </a:rPr>
                        <a:t>NE-LEXINGTON_DT-NE-LEXINGTON_NORTH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✗</a:t>
                      </a:r>
                      <a:endParaRPr lang="en-US" sz="80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10/02/2026</a:t>
                      </a:r>
                      <a:endParaRPr lang="en-US" sz="80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Chris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C. Bolton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i="1">
                          <a:solidFill>
                            <a:schemeClr val="tx1"/>
                          </a:solidFill>
                        </a:rPr>
                        <a:t>NTP</a:t>
                      </a:r>
                      <a:endParaRPr lang="en-US" sz="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1A2E"/>
                          </a:solidFill>
                        </a:rPr>
                        <a:t>NE-BROKEN_BOW_NW-NE-BROKEN_BOW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80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10/02/2026</a:t>
                      </a:r>
                      <a:endParaRPr lang="en-US" sz="800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Tom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C. Bolton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i="1">
                          <a:solidFill>
                            <a:schemeClr val="tx1"/>
                          </a:solidFill>
                        </a:rPr>
                        <a:t>NTP Complete</a:t>
                      </a:r>
                      <a:endParaRPr lang="en-US" sz="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CO-BLANCA_WEST-CO-ALAMOSA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80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8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10/05/2026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Chris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S. Jordan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NE-CEDAR_BLUFF-KS-OBERLIN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80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8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10/05/2026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George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C. Bolton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 b="1" dirty="0">
                          <a:solidFill>
                            <a:schemeClr val="tx1"/>
                          </a:solidFill>
                        </a:rPr>
                        <a:t>CO-MANZANOLA_DT-CO-MANZANOLA</a:t>
                      </a:r>
                      <a:endParaRPr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✗</a:t>
                      </a:r>
                      <a:endParaRPr lang="en-US" sz="800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10/06/2026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Steve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S. Jordan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pending LLD approval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548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Hops in Progress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320040" y="521208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B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HOPs started · Green=On Track · Yellow=At Risk · Red=Escalation · ⚑=Needs Attention</a:t>
            </a:r>
            <a:endParaRPr lang="en-US" sz="900"/>
          </a:p>
        </p:txBody>
      </p:sp>
      <p:sp>
        <p:nvSpPr>
          <p:cNvPr id="5" name="Text 3"/>
          <p:cNvSpPr/>
          <p:nvPr/>
        </p:nvSpPr>
        <p:spPr>
          <a:xfrm>
            <a:off x="7772400" y="731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09/29/2026</a:t>
            </a:r>
            <a:endParaRPr lang="en-US" sz="900"/>
          </a:p>
        </p:txBody>
      </p:sp>
      <p:sp>
        <p:nvSpPr>
          <p:cNvPr id="6" name="Text 4"/>
          <p:cNvSpPr/>
          <p:nvPr/>
        </p:nvSpPr>
        <p:spPr>
          <a:xfrm>
            <a:off x="0" y="4885403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internal use</a:t>
            </a:r>
            <a:endParaRPr lang="en-US" sz="800"/>
          </a:p>
        </p:txBody>
      </p:sp>
      <p:graphicFrame>
        <p:nvGraphicFramePr>
          <p:cNvPr id="8" name="Table 0">
            <a:extLst>
              <a:ext uri="{FF2B5EF4-FFF2-40B4-BE49-F238E27FC236}">
                <a16:creationId xmlns:a16="http://schemas.microsoft.com/office/drawing/2014/main" id="{93100211-95F3-CC27-0CAE-AEFFF218D3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5003122"/>
              </p:ext>
            </p:extLst>
          </p:nvPr>
        </p:nvGraphicFramePr>
        <p:xfrm>
          <a:off x="992089" y="877824"/>
          <a:ext cx="7100351" cy="4385312"/>
        </p:xfrm>
        <a:graphic>
          <a:graphicData uri="http://schemas.openxmlformats.org/drawingml/2006/table">
            <a:tbl>
              <a:tblPr/>
              <a:tblGrid>
                <a:gridCol w="25988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2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61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8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582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865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HOP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Cx Start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Fc End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Comments / Live Status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1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</a:rPr>
                        <a:t>NE-BURWELL_DT_HUB-NE-BURWELL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217346"/>
                          </a:solidFill>
                        </a:rPr>
                        <a:t>09/01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6FBF"/>
                          </a:solidFill>
                        </a:rPr>
                        <a:t>09/29/26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9/28/2026: (CJ) 	Couldnt get on the site until today due to the event over weekend. Crew will be on site today and compl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1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</a:rPr>
                        <a:t>NE-KEARNEY_MALL-NE-KEARNEY_CAMPUS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217346"/>
                          </a:solidFill>
                        </a:rPr>
                        <a:t>09/15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F6FBF"/>
                          </a:solidFill>
                        </a:rPr>
                        <a:t>09/30/26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/>
                        <a:t>9/28/2026: (CJ) 	Waiting on Chris B to let us know if we can move forward. | 9/23/2026: (CJ) 	Talked with SS, the got in t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71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</a:rPr>
                        <a:t>NE-MERRITT_RESERVOIR-NE-VALENTINE_SOUTH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217346"/>
                          </a:solidFill>
                        </a:rPr>
                        <a:t>09/17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F6FBF"/>
                          </a:solidFill>
                        </a:rPr>
                        <a:t>09/30/26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9/28/2026: (CJ) Meeting Chris B this morning at 10 at Valentine south. Tracking for HOT cut. | 9/24/2026: (CJ) Valentine S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71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</a:rPr>
                        <a:t>CO-PUEBLO_BYPASS-CO-ABBEY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217346"/>
                          </a:solidFill>
                        </a:rPr>
                        <a:t>09/18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F6FBF"/>
                          </a:solidFill>
                        </a:rPr>
                        <a:t>09/30/26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9/23/2026:(CJ) after 2 previous HOPS GC will complete this one by end of month.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71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</a:rPr>
                        <a:t>CO-ALAMOSA-CO-ALAMOSA_SALES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217346"/>
                          </a:solidFill>
                        </a:rPr>
                        <a:t>09/16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F6FBF"/>
                          </a:solidFill>
                        </a:rPr>
                        <a:t>10/01/26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9/28/2026; (CJ) 	If weather holds we will be able completed. | 9/24/2026: (CJ) On track | 9/23/2026:(CJ) Weather not looking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71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</a:rPr>
                        <a:t>★ NE-GI_UNION_PACIFIC-NE-GI_INDUSTRIAL_PARK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217346"/>
                          </a:solidFill>
                        </a:rPr>
                        <a:t>09/23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F6FBF"/>
                          </a:solidFill>
                        </a:rPr>
                        <a:t>10/02/26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/>
                        <a:t>9/23/2026: (CJ) Working on the industrial side of this HOP. SS is on the Union specific. They working it as well and nee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71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</a:rPr>
                        <a:t>NE-GI_INDUSTRIAL_PARK-NE-GIBBON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217346"/>
                          </a:solidFill>
                        </a:rPr>
                        <a:t>09/14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F6FBF"/>
                          </a:solidFill>
                        </a:rPr>
                        <a:t>10/03/26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9/28/2026: (CJ) 	Material picked up on Saturday and tracking 10/3. | 9/24/2026: (CJ) Material expect in by 9/25. at the co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71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</a:rPr>
                        <a:t>CO-STERLING_DT-CO-STERLING_FG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217346"/>
                          </a:solidFill>
                        </a:rPr>
                        <a:t>09/17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F6FBF"/>
                          </a:solidFill>
                        </a:rPr>
                        <a:t>10/05/26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/>
                        <a:t>9/24/2026: (CJ) Crew has Sterling DT prepped and ready to go waiting on Samsung | 9/17: start on DT side today, will do </a:t>
                      </a:r>
                      <a:r>
                        <a:rPr lang="en-US" sz="700" dirty="0" err="1"/>
                        <a:t>sh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71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</a:rPr>
                        <a:t>★ NE-LEXINGTON_TG-NE-LEXINGTON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217346"/>
                          </a:solidFill>
                        </a:rPr>
                        <a:t>09/25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F6FBF"/>
                          </a:solidFill>
                        </a:rPr>
                        <a:t>10/05/26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9/28/2026: (CJ) Tower MOD is still in progress on the Lexington TG. Crew working on the Lexington side and punch lists .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71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</a:rPr>
                        <a:t>★ CO-PRITCHETT_NORTH-CO-NINE_MILE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217346"/>
                          </a:solidFill>
                        </a:rPr>
                        <a:t>09/25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F6FBF"/>
                          </a:solidFill>
                        </a:rPr>
                        <a:t>10/05/26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9/23/2026: (CJ) Material being picked up today from warehouse and ITW if approved. | 9/21/2026:(CJ) Scheduled to pick up t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71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</a:rPr>
                        <a:t>★ CO-ALAMOSA-CO-ALAMOSA_HOSP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217346"/>
                          </a:solidFill>
                        </a:rPr>
                        <a:t>09/25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F6FBF"/>
                          </a:solidFill>
                        </a:rPr>
                        <a:t>10/07/26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/>
                        <a:t>9/28/2026: (CJ) Worked the Alamosa side while we wait on the Hosp. Approval. | 9/17: pending feedback from Kyle, green lig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6D08C-7A3B-6123-F3C3-DB997DB94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39A04E4-49C8-B3FB-97F5-B255C283E50F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E3220A6-12C5-1AC9-42D3-33418E12ED52}"/>
              </a:ext>
            </a:extLst>
          </p:cNvPr>
          <p:cNvSpPr/>
          <p:nvPr/>
        </p:nvSpPr>
        <p:spPr>
          <a:xfrm>
            <a:off x="320040" y="548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Forecasted September POR</a:t>
            </a:r>
            <a:endParaRPr lang="en-US" sz="2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E9CC308-DB1C-2247-DF59-4D7F45C26E33}"/>
              </a:ext>
            </a:extLst>
          </p:cNvPr>
          <p:cNvSpPr/>
          <p:nvPr/>
        </p:nvSpPr>
        <p:spPr>
          <a:xfrm>
            <a:off x="320040" y="521208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>
                <a:solidFill>
                  <a:srgbClr val="B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Plan of Record</a:t>
            </a:r>
            <a:endParaRPr lang="en-US" sz="9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A41B8FC-05B3-39BF-FD04-EEDD8FC9D077}"/>
              </a:ext>
            </a:extLst>
          </p:cNvPr>
          <p:cNvSpPr/>
          <p:nvPr/>
        </p:nvSpPr>
        <p:spPr>
          <a:xfrm>
            <a:off x="7772400" y="731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09/29/2026</a:t>
            </a:r>
            <a:endParaRPr lang="en-US"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AAB7F0C-1365-67E7-C8FB-9B656BC995C0}"/>
              </a:ext>
            </a:extLst>
          </p:cNvPr>
          <p:cNvSpPr/>
          <p:nvPr/>
        </p:nvSpPr>
        <p:spPr>
          <a:xfrm>
            <a:off x="0" y="489204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internal use</a:t>
            </a:r>
            <a:endParaRPr lang="en-US" sz="8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959A75D-4103-9141-6813-F1F77CFCEACE}"/>
              </a:ext>
            </a:extLst>
          </p:cNvPr>
          <p:cNvSpPr/>
          <p:nvPr/>
        </p:nvSpPr>
        <p:spPr>
          <a:xfrm>
            <a:off x="274320" y="960120"/>
            <a:ext cx="2651760" cy="1234440"/>
          </a:xfrm>
          <a:prstGeom prst="rect">
            <a:avLst/>
          </a:prstGeom>
          <a:solidFill>
            <a:srgbClr val="D6E4F5"/>
          </a:solidFill>
          <a:ln w="1270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712EB38-2852-C4D7-A674-52A74DD56EA0}"/>
              </a:ext>
            </a:extLst>
          </p:cNvPr>
          <p:cNvSpPr/>
          <p:nvPr/>
        </p:nvSpPr>
        <p:spPr>
          <a:xfrm>
            <a:off x="274320" y="996696"/>
            <a:ext cx="2651760" cy="6912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>
                <a:solidFill>
                  <a:srgbClr val="124191"/>
                </a:solidFill>
              </a:rPr>
              <a:t>25</a:t>
            </a:r>
            <a:endParaRPr lang="en-US" sz="30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7EDE005-6D9E-4033-7605-D0DF3247BEF6}"/>
              </a:ext>
            </a:extLst>
          </p:cNvPr>
          <p:cNvSpPr/>
          <p:nvPr/>
        </p:nvSpPr>
        <p:spPr>
          <a:xfrm>
            <a:off x="274320" y="1700784"/>
            <a:ext cx="2651760" cy="4690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POR HOPs</a:t>
            </a:r>
            <a:endParaRPr lang="en-US" sz="9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87E092D-BDE8-585D-B64D-0EB674C8A806}"/>
              </a:ext>
            </a:extLst>
          </p:cNvPr>
          <p:cNvSpPr/>
          <p:nvPr/>
        </p:nvSpPr>
        <p:spPr>
          <a:xfrm>
            <a:off x="3246120" y="960120"/>
            <a:ext cx="2651760" cy="1234440"/>
          </a:xfrm>
          <a:prstGeom prst="rect">
            <a:avLst/>
          </a:prstGeom>
          <a:solidFill>
            <a:srgbClr val="E2EFDA"/>
          </a:solidFill>
          <a:ln w="1270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287F31A-BF71-AE9D-6781-264A624DDA9C}"/>
              </a:ext>
            </a:extLst>
          </p:cNvPr>
          <p:cNvSpPr/>
          <p:nvPr/>
        </p:nvSpPr>
        <p:spPr>
          <a:xfrm>
            <a:off x="3246120" y="996696"/>
            <a:ext cx="2651760" cy="6912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>
                <a:solidFill>
                  <a:srgbClr val="217346"/>
                </a:solidFill>
              </a:rPr>
              <a:t>24</a:t>
            </a:r>
            <a:endParaRPr lang="en-US" sz="30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C35EE5A-01BF-C24C-02C9-B267C71D3DF4}"/>
              </a:ext>
            </a:extLst>
          </p:cNvPr>
          <p:cNvSpPr/>
          <p:nvPr/>
        </p:nvSpPr>
        <p:spPr>
          <a:xfrm>
            <a:off x="3246120" y="1700784"/>
            <a:ext cx="2651760" cy="4690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NTP</a:t>
            </a:r>
            <a:endParaRPr lang="en-US" sz="9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4936D261-0359-1B5B-F21B-B8B7365411CB}"/>
              </a:ext>
            </a:extLst>
          </p:cNvPr>
          <p:cNvSpPr/>
          <p:nvPr/>
        </p:nvSpPr>
        <p:spPr>
          <a:xfrm>
            <a:off x="6217920" y="960120"/>
            <a:ext cx="2377440" cy="1234440"/>
          </a:xfrm>
          <a:prstGeom prst="rect">
            <a:avLst/>
          </a:prstGeom>
          <a:solidFill>
            <a:srgbClr val="FFF2CC"/>
          </a:solidFill>
          <a:ln w="1270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7930F25-A1F8-6125-626E-3F2570EEE767}"/>
              </a:ext>
            </a:extLst>
          </p:cNvPr>
          <p:cNvSpPr/>
          <p:nvPr/>
        </p:nvSpPr>
        <p:spPr>
          <a:xfrm>
            <a:off x="6217920" y="996696"/>
            <a:ext cx="2377440" cy="6912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>
                <a:solidFill>
                  <a:srgbClr val="D4860A"/>
                </a:solidFill>
              </a:rPr>
              <a:t>1</a:t>
            </a:r>
            <a:endParaRPr lang="en-US" sz="30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D0E043E-A423-36A0-FA02-FA50C218D7EF}"/>
              </a:ext>
            </a:extLst>
          </p:cNvPr>
          <p:cNvSpPr/>
          <p:nvPr/>
        </p:nvSpPr>
        <p:spPr>
          <a:xfrm>
            <a:off x="6217920" y="1700784"/>
            <a:ext cx="2377440" cy="4690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NTP</a:t>
            </a:r>
            <a:endParaRPr lang="en-US" sz="90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C915E140-E748-F051-77EA-018EB397C97F}"/>
              </a:ext>
            </a:extLst>
          </p:cNvPr>
          <p:cNvSpPr/>
          <p:nvPr/>
        </p:nvSpPr>
        <p:spPr>
          <a:xfrm>
            <a:off x="274320" y="2331720"/>
            <a:ext cx="8595360" cy="310896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A63D3BD-AF53-FBDA-CBCE-629CC07B3A52}"/>
              </a:ext>
            </a:extLst>
          </p:cNvPr>
          <p:cNvSpPr/>
          <p:nvPr/>
        </p:nvSpPr>
        <p:spPr>
          <a:xfrm>
            <a:off x="411480" y="236829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POR</a:t>
            </a:r>
            <a:endParaRPr lang="en-US" sz="100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4CAD1BF1-26C3-E615-CAF5-D157958D67E3}"/>
              </a:ext>
            </a:extLst>
          </p:cNvPr>
          <p:cNvSpPr/>
          <p:nvPr/>
        </p:nvSpPr>
        <p:spPr>
          <a:xfrm>
            <a:off x="274320" y="2697480"/>
            <a:ext cx="27432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00CCD682-75E2-37AF-6EA2-7E3EE15EFD5A}"/>
              </a:ext>
            </a:extLst>
          </p:cNvPr>
          <p:cNvSpPr/>
          <p:nvPr/>
        </p:nvSpPr>
        <p:spPr>
          <a:xfrm>
            <a:off x="274320" y="2697480"/>
            <a:ext cx="2743200" cy="182880"/>
          </a:xfrm>
          <a:prstGeom prst="rect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3E7FA85B-FB76-465E-E9F5-FA67A015CD1A}"/>
              </a:ext>
            </a:extLst>
          </p:cNvPr>
          <p:cNvSpPr/>
          <p:nvPr/>
        </p:nvSpPr>
        <p:spPr>
          <a:xfrm>
            <a:off x="274320" y="2889504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/>
              <a:t>24</a:t>
            </a: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E90B1DA6-DACF-D8E9-C7F4-977E91214ED8}"/>
              </a:ext>
            </a:extLst>
          </p:cNvPr>
          <p:cNvSpPr/>
          <p:nvPr/>
        </p:nvSpPr>
        <p:spPr>
          <a:xfrm>
            <a:off x="274320" y="3337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- High Confidence</a:t>
            </a:r>
            <a:endParaRPr lang="en-US" sz="90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1A84029A-F120-42CF-58AF-46E2EAAAEA26}"/>
              </a:ext>
            </a:extLst>
          </p:cNvPr>
          <p:cNvSpPr/>
          <p:nvPr/>
        </p:nvSpPr>
        <p:spPr>
          <a:xfrm>
            <a:off x="3154680" y="2697480"/>
            <a:ext cx="27432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16D20D29-1428-ACD8-A50C-8F7B0E291CFB}"/>
              </a:ext>
            </a:extLst>
          </p:cNvPr>
          <p:cNvSpPr/>
          <p:nvPr/>
        </p:nvSpPr>
        <p:spPr>
          <a:xfrm>
            <a:off x="3154680" y="2697480"/>
            <a:ext cx="2743200" cy="182880"/>
          </a:xfrm>
          <a:prstGeom prst="rect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24D8D556-044F-3112-F8E5-8D5412F1E4BD}"/>
              </a:ext>
            </a:extLst>
          </p:cNvPr>
          <p:cNvSpPr/>
          <p:nvPr/>
        </p:nvSpPr>
        <p:spPr>
          <a:xfrm>
            <a:off x="3154680" y="2889504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/>
              <a:t>1</a:t>
            </a: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F9A9E4B2-FB69-FAE3-E5FB-A5F425753495}"/>
              </a:ext>
            </a:extLst>
          </p:cNvPr>
          <p:cNvSpPr/>
          <p:nvPr/>
        </p:nvSpPr>
        <p:spPr>
          <a:xfrm>
            <a:off x="3154680" y="3337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- Medium Risk</a:t>
            </a:r>
            <a:endParaRPr lang="en-US" sz="90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1F7C5C04-451D-63CC-709C-23F050C2D9FA}"/>
              </a:ext>
            </a:extLst>
          </p:cNvPr>
          <p:cNvSpPr/>
          <p:nvPr/>
        </p:nvSpPr>
        <p:spPr>
          <a:xfrm>
            <a:off x="6035040" y="2697480"/>
            <a:ext cx="27432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7D924947-65A6-7BFF-E1A2-0CB07E40BABE}"/>
              </a:ext>
            </a:extLst>
          </p:cNvPr>
          <p:cNvSpPr/>
          <p:nvPr/>
        </p:nvSpPr>
        <p:spPr>
          <a:xfrm>
            <a:off x="6035040" y="2697480"/>
            <a:ext cx="2743200" cy="1828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2CD7FFD9-4941-67D7-DB95-2E7163ED14BF}"/>
              </a:ext>
            </a:extLst>
          </p:cNvPr>
          <p:cNvSpPr/>
          <p:nvPr/>
        </p:nvSpPr>
        <p:spPr>
          <a:xfrm>
            <a:off x="6035040" y="2889504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/>
              <a:t>0</a:t>
            </a: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AF004838-A388-FFBD-E4B3-5505B211E35F}"/>
              </a:ext>
            </a:extLst>
          </p:cNvPr>
          <p:cNvSpPr/>
          <p:nvPr/>
        </p:nvSpPr>
        <p:spPr>
          <a:xfrm>
            <a:off x="6035040" y="3337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- High Risk</a:t>
            </a:r>
            <a:endParaRPr lang="en-US" sz="90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13FA811A-5994-231D-1FB6-07251B08CCBE}"/>
              </a:ext>
            </a:extLst>
          </p:cNvPr>
          <p:cNvSpPr/>
          <p:nvPr/>
        </p:nvSpPr>
        <p:spPr>
          <a:xfrm>
            <a:off x="274320" y="3785616"/>
            <a:ext cx="8595360" cy="402336"/>
          </a:xfrm>
          <a:prstGeom prst="rect">
            <a:avLst/>
          </a:prstGeom>
          <a:solidFill>
            <a:srgbClr val="D6E4F5"/>
          </a:solidFill>
          <a:ln w="12700">
            <a:solidFill>
              <a:srgbClr val="CCDD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AB9C9D8E-6904-0028-002E-2001B9E7E2CB}"/>
              </a:ext>
            </a:extLst>
          </p:cNvPr>
          <p:cNvSpPr/>
          <p:nvPr/>
        </p:nvSpPr>
        <p:spPr>
          <a:xfrm>
            <a:off x="411480" y="384962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/>
              <a:t>24 with NTP of 25 POR  ·  1 pending NTP</a:t>
            </a:r>
          </a:p>
        </p:txBody>
      </p:sp>
    </p:spTree>
    <p:extLst>
      <p:ext uri="{BB962C8B-B14F-4D97-AF65-F5344CB8AC3E}">
        <p14:creationId xmlns:p14="http://schemas.microsoft.com/office/powerpoint/2010/main" val="1224337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31F77-63D5-08B5-9BD0-F8FC654DA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FF635A9-7746-C430-641A-24E1766935F3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A1126F5-63BC-04E8-F027-FF8D26AD9DC3}"/>
              </a:ext>
            </a:extLst>
          </p:cNvPr>
          <p:cNvSpPr/>
          <p:nvPr/>
        </p:nvSpPr>
        <p:spPr>
          <a:xfrm>
            <a:off x="320040" y="548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with NTP of 25 POR</a:t>
            </a:r>
            <a:endParaRPr lang="en-US" sz="2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49D3B04-4813-5181-88C9-AE22C790C750}"/>
              </a:ext>
            </a:extLst>
          </p:cNvPr>
          <p:cNvSpPr/>
          <p:nvPr/>
        </p:nvSpPr>
        <p:spPr>
          <a:xfrm>
            <a:off x="320040" y="521208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B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POR with NTPs</a:t>
            </a:r>
            <a:endParaRPr lang="en-US" sz="9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2319923-F5D5-B880-B3FF-79FDFC9CFA7A}"/>
              </a:ext>
            </a:extLst>
          </p:cNvPr>
          <p:cNvSpPr/>
          <p:nvPr/>
        </p:nvSpPr>
        <p:spPr>
          <a:xfrm>
            <a:off x="7772400" y="731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09/29/2026</a:t>
            </a:r>
            <a:endParaRPr lang="en-US"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B03ABEA-CE17-40E2-D8EF-878BE9A45A4F}"/>
              </a:ext>
            </a:extLst>
          </p:cNvPr>
          <p:cNvSpPr/>
          <p:nvPr/>
        </p:nvSpPr>
        <p:spPr>
          <a:xfrm>
            <a:off x="0" y="489204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internal use</a:t>
            </a:r>
            <a:endParaRPr lang="en-US" sz="800"/>
          </a:p>
        </p:txBody>
      </p:sp>
      <p:graphicFrame>
        <p:nvGraphicFramePr>
          <p:cNvPr id="21" name="Table 0">
            <a:extLst>
              <a:ext uri="{FF2B5EF4-FFF2-40B4-BE49-F238E27FC236}">
                <a16:creationId xmlns:a16="http://schemas.microsoft.com/office/drawing/2014/main" id="{B8417265-0398-F825-2EFD-C42DD00D4B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4031181"/>
              </p:ext>
            </p:extLst>
          </p:nvPr>
        </p:nvGraphicFramePr>
        <p:xfrm>
          <a:off x="788670" y="877824"/>
          <a:ext cx="7566660" cy="61874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060">
                  <a:extLst>
                    <a:ext uri="{9D8B030D-6E8A-4147-A177-3AD203B41FA5}">
                      <a16:colId xmlns:a16="http://schemas.microsoft.com/office/drawing/2014/main" val="745318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7922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HOP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Mat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NTP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NTP Action Owner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NTP Status / Notes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NE-BURWELL_DT_HUB-NE-BURWELL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09/01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09/29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NE-GERING_DT-NE-GERING_NORTH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09/02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09/03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NE-HOBIN-NE-SWAN_LAKE_NORTH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09/02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09/18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CO-ANTONITO_DT-CO-ANTONITO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09/03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09/23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1352119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NE-ONEILL-NE-MIDWAY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C00000"/>
                          </a:solidFill>
                        </a:rPr>
                        <a:t>✗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09/04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09/20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7056727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CO-ROMEO_DT-CO-MANASSA_NW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09/05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09/25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489548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NE-JOHNSTOWN-NE-VALENTINE_SOUTH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09/05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09/19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complete. New tower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659288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CO-MONTE_VISTA-CO-ALAMOSA_SALES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09/09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09/12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Nokia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292058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NE-KEARNEY_ALLTELL-NE-KEARNEY_CAMPUS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09/14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09/17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2423236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NE-HASTINGS_NORTH-NE-HASTINGS_NAPA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09/14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09/16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3625690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NE-GI_INDUSTRIAL_PARK-NE-GIBBON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09/14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10/03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963327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NE-COLUMBUS_SW-NE-COLUMBUS_DT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09/15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09/23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90612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NE-STAPLETON-NE-THEDFORD_SOUTH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09/15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09/25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7594697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NE-LEXINGTON_HS-NE-LEXINGTON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09/16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09/17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9542341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CO-ALAMOSA-CO-ALAMOSA_SALES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09/16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10/01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722527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NE-MERRITT_RESERVOIR-NE-VALENTINE_SOUTH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09/17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09/30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882273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NE-KEARNEY_MALL-NE-KEARNEY_CAMPUS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09/18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09/30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7617346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CO-PUEBLO_BYPASS-CO-ABBEY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09/18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09/30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No Action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828432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NE-GI_UNION_PACIFIC-NE-GI_INDUSTRIAL_PARK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09/23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10/02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SBA stacking tower now - ready 9/14/26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66402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CO-ALAMOSA-CO-ALAMOSA_HOSP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09/24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10/07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ITW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Complete. Hosp Pending LL approval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5579940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NE-LEXINGTON_TG-NE-LEXINGTON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09/25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10/05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1507837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CO-PRITCHETT_NORTH-CO-NINE_MILE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09/25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10/05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880900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CO-HOOPER-CO-CENTER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09/30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10/10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074298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NE-GI_INDUSTRIAL_PARK-NE-GILTNER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C00000"/>
                          </a:solidFill>
                        </a:rPr>
                        <a:t>✗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09/30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10/10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19067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5354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57EB8-6DCB-2F97-F3D9-9E9525A88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A03572D-7984-C930-5D06-44F3D966298B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A30FCCB-D1CA-1E1B-2BC5-D83495908DE7}"/>
              </a:ext>
            </a:extLst>
          </p:cNvPr>
          <p:cNvSpPr/>
          <p:nvPr/>
        </p:nvSpPr>
        <p:spPr>
          <a:xfrm>
            <a:off x="320040" y="548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25 pending NTP</a:t>
            </a:r>
            <a:endParaRPr lang="en-US" sz="2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8FB0760-68F0-AAA4-6074-8D68B0E52768}"/>
              </a:ext>
            </a:extLst>
          </p:cNvPr>
          <p:cNvSpPr/>
          <p:nvPr/>
        </p:nvSpPr>
        <p:spPr>
          <a:xfrm>
            <a:off x="320040" y="521208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>
                <a:solidFill>
                  <a:srgbClr val="B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POR Pending NTPs</a:t>
            </a:r>
            <a:endParaRPr lang="en-US" sz="9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F0386F2-45AC-5582-B5DF-35E3B4607C95}"/>
              </a:ext>
            </a:extLst>
          </p:cNvPr>
          <p:cNvSpPr/>
          <p:nvPr/>
        </p:nvSpPr>
        <p:spPr>
          <a:xfrm>
            <a:off x="7772400" y="731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09/29/2026</a:t>
            </a:r>
            <a:endParaRPr lang="en-US"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BBBB1EA-9170-8279-9358-D538C6A5B8DF}"/>
              </a:ext>
            </a:extLst>
          </p:cNvPr>
          <p:cNvSpPr/>
          <p:nvPr/>
        </p:nvSpPr>
        <p:spPr>
          <a:xfrm>
            <a:off x="0" y="489204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internal use</a:t>
            </a:r>
            <a:endParaRPr lang="en-US" sz="8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27CF3FA-F675-F777-F24B-9824979E27ED}"/>
              </a:ext>
            </a:extLst>
          </p:cNvPr>
          <p:cNvSpPr/>
          <p:nvPr/>
        </p:nvSpPr>
        <p:spPr>
          <a:xfrm>
            <a:off x="274320" y="886968"/>
            <a:ext cx="8595360" cy="23774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FA95A35-F27E-F30C-01A6-92F821783971}"/>
              </a:ext>
            </a:extLst>
          </p:cNvPr>
          <p:cNvSpPr/>
          <p:nvPr/>
        </p:nvSpPr>
        <p:spPr>
          <a:xfrm>
            <a:off x="384048" y="90525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Blockers (1)  —  ITW · Samsung · Viaero</a:t>
            </a:r>
            <a:endParaRPr lang="en-US" sz="850"/>
          </a:p>
        </p:txBody>
      </p:sp>
      <p:graphicFrame>
        <p:nvGraphicFramePr>
          <p:cNvPr id="22" name="Table 0">
            <a:extLst>
              <a:ext uri="{FF2B5EF4-FFF2-40B4-BE49-F238E27FC236}">
                <a16:creationId xmlns:a16="http://schemas.microsoft.com/office/drawing/2014/main" id="{A4549E77-A2D6-61D1-584D-0478F444AA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707421"/>
              </p:ext>
            </p:extLst>
          </p:nvPr>
        </p:nvGraphicFramePr>
        <p:xfrm>
          <a:off x="274320" y="1152144"/>
          <a:ext cx="7680960" cy="67056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HOP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Action Owner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NTP Blocker / Waiting On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Comments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CO-STERLING_DT-CO-STERLING_FG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/>
                        <a:t>09/17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10/05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Samsung/ITW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FG: Samsung Combo CDs rejected 9/2, then ITW 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 dirty="0"/>
                        <a:t>9/22/2026: Received the CDs from SS on 9/14 and </a:t>
                      </a:r>
                      <a:r>
                        <a:rPr sz="800" dirty="0" err="1"/>
                        <a:t>submitt</a:t>
                      </a:r>
                      <a:endParaRPr dirty="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3209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62765-53EF-C88C-D503-A75C1CA87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F1B643A-5AF0-3DC9-E2F7-F995409F5C5A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26CBA69-670C-4A6E-4233-82FE0441F083}"/>
              </a:ext>
            </a:extLst>
          </p:cNvPr>
          <p:cNvSpPr/>
          <p:nvPr/>
        </p:nvSpPr>
        <p:spPr>
          <a:xfrm>
            <a:off x="320040" y="548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Forecasted October POR</a:t>
            </a:r>
            <a:endParaRPr lang="en-US" sz="2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4F1646-444E-8C72-01A0-319EA5666F22}"/>
              </a:ext>
            </a:extLst>
          </p:cNvPr>
          <p:cNvSpPr/>
          <p:nvPr/>
        </p:nvSpPr>
        <p:spPr>
          <a:xfrm>
            <a:off x="320040" y="521208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B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Plan of Record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24EA226-4CB5-21D9-0CA5-A06F23E9B1CF}"/>
              </a:ext>
            </a:extLst>
          </p:cNvPr>
          <p:cNvSpPr/>
          <p:nvPr/>
        </p:nvSpPr>
        <p:spPr>
          <a:xfrm>
            <a:off x="7772400" y="731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09/29/2026</a:t>
            </a:r>
            <a:endParaRPr lang="en-US"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7C1ADE2-BFA0-4D83-CB90-7D2E352B016A}"/>
              </a:ext>
            </a:extLst>
          </p:cNvPr>
          <p:cNvSpPr/>
          <p:nvPr/>
        </p:nvSpPr>
        <p:spPr>
          <a:xfrm>
            <a:off x="0" y="489204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internal use</a:t>
            </a:r>
            <a:endParaRPr lang="en-US" sz="8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E34BD6A-9820-437B-B5AA-4BA53357D19D}"/>
              </a:ext>
            </a:extLst>
          </p:cNvPr>
          <p:cNvSpPr/>
          <p:nvPr/>
        </p:nvSpPr>
        <p:spPr>
          <a:xfrm>
            <a:off x="274320" y="960120"/>
            <a:ext cx="2651760" cy="1234440"/>
          </a:xfrm>
          <a:prstGeom prst="rect">
            <a:avLst/>
          </a:prstGeom>
          <a:solidFill>
            <a:srgbClr val="D6E4F5"/>
          </a:solidFill>
          <a:ln w="1270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2B16211-00C8-D993-3C8C-85ADDD3B905F}"/>
              </a:ext>
            </a:extLst>
          </p:cNvPr>
          <p:cNvSpPr/>
          <p:nvPr/>
        </p:nvSpPr>
        <p:spPr>
          <a:xfrm>
            <a:off x="274320" y="996696"/>
            <a:ext cx="2651760" cy="6912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>
                <a:solidFill>
                  <a:srgbClr val="124191"/>
                </a:solidFill>
              </a:rPr>
              <a:t>25</a:t>
            </a:r>
            <a:endParaRPr lang="en-US" sz="30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2506533-D34C-AD36-039D-B28522A98F9A}"/>
              </a:ext>
            </a:extLst>
          </p:cNvPr>
          <p:cNvSpPr/>
          <p:nvPr/>
        </p:nvSpPr>
        <p:spPr>
          <a:xfrm>
            <a:off x="274320" y="1700784"/>
            <a:ext cx="2651760" cy="4690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POR HOPs</a:t>
            </a:r>
            <a:endParaRPr lang="en-US" sz="9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DEA29567-4F32-3C58-DF65-FA0F7D7024FA}"/>
              </a:ext>
            </a:extLst>
          </p:cNvPr>
          <p:cNvSpPr/>
          <p:nvPr/>
        </p:nvSpPr>
        <p:spPr>
          <a:xfrm>
            <a:off x="3246120" y="960120"/>
            <a:ext cx="2651760" cy="1234440"/>
          </a:xfrm>
          <a:prstGeom prst="rect">
            <a:avLst/>
          </a:prstGeom>
          <a:solidFill>
            <a:srgbClr val="E2EFDA"/>
          </a:solidFill>
          <a:ln w="1270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F97FC4D-855B-4A85-686D-2F61D62D70BD}"/>
              </a:ext>
            </a:extLst>
          </p:cNvPr>
          <p:cNvSpPr/>
          <p:nvPr/>
        </p:nvSpPr>
        <p:spPr>
          <a:xfrm>
            <a:off x="3246120" y="996696"/>
            <a:ext cx="2651760" cy="6912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>
                <a:solidFill>
                  <a:srgbClr val="217346"/>
                </a:solidFill>
              </a:rPr>
              <a:t>10</a:t>
            </a:r>
            <a:endParaRPr lang="en-US" sz="30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960890D-7EEA-390A-A024-73A297367B1A}"/>
              </a:ext>
            </a:extLst>
          </p:cNvPr>
          <p:cNvSpPr/>
          <p:nvPr/>
        </p:nvSpPr>
        <p:spPr>
          <a:xfrm>
            <a:off x="3246120" y="1700784"/>
            <a:ext cx="2651760" cy="4690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NTP</a:t>
            </a:r>
            <a:endParaRPr lang="en-US" sz="9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04BEAC4-E19C-FBB9-65B9-9881468A5651}"/>
              </a:ext>
            </a:extLst>
          </p:cNvPr>
          <p:cNvSpPr/>
          <p:nvPr/>
        </p:nvSpPr>
        <p:spPr>
          <a:xfrm>
            <a:off x="6217920" y="960120"/>
            <a:ext cx="2377440" cy="1234440"/>
          </a:xfrm>
          <a:prstGeom prst="rect">
            <a:avLst/>
          </a:prstGeom>
          <a:solidFill>
            <a:srgbClr val="FFF2CC"/>
          </a:solidFill>
          <a:ln w="1270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2F603D8-3DFB-D746-281D-21B4E5F4CF6C}"/>
              </a:ext>
            </a:extLst>
          </p:cNvPr>
          <p:cNvSpPr/>
          <p:nvPr/>
        </p:nvSpPr>
        <p:spPr>
          <a:xfrm>
            <a:off x="6217920" y="996696"/>
            <a:ext cx="2377440" cy="6912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>
                <a:solidFill>
                  <a:srgbClr val="D4860A"/>
                </a:solidFill>
              </a:rPr>
              <a:t>15</a:t>
            </a:r>
            <a:endParaRPr lang="en-US" sz="30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FFB0BDE-5FEB-90E8-1586-C370A2A1CF68}"/>
              </a:ext>
            </a:extLst>
          </p:cNvPr>
          <p:cNvSpPr/>
          <p:nvPr/>
        </p:nvSpPr>
        <p:spPr>
          <a:xfrm>
            <a:off x="6217920" y="1700784"/>
            <a:ext cx="2377440" cy="4690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NTP</a:t>
            </a:r>
            <a:endParaRPr lang="en-US" sz="90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2F207B1D-516B-A67F-00EB-FF5F056D80FF}"/>
              </a:ext>
            </a:extLst>
          </p:cNvPr>
          <p:cNvSpPr/>
          <p:nvPr/>
        </p:nvSpPr>
        <p:spPr>
          <a:xfrm>
            <a:off x="274320" y="2331720"/>
            <a:ext cx="8595360" cy="310896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E6BA32C-6D15-55FE-AD5E-B1F51C6AD638}"/>
              </a:ext>
            </a:extLst>
          </p:cNvPr>
          <p:cNvSpPr/>
          <p:nvPr/>
        </p:nvSpPr>
        <p:spPr>
          <a:xfrm>
            <a:off x="411480" y="236829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POR</a:t>
            </a:r>
            <a:endParaRPr lang="en-US" sz="100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180ABB1F-B41D-D3C2-7FF0-4A179B2021AB}"/>
              </a:ext>
            </a:extLst>
          </p:cNvPr>
          <p:cNvSpPr/>
          <p:nvPr/>
        </p:nvSpPr>
        <p:spPr>
          <a:xfrm>
            <a:off x="274320" y="2697480"/>
            <a:ext cx="27432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A35548AD-DBD0-85E8-1B30-1F37E5474768}"/>
              </a:ext>
            </a:extLst>
          </p:cNvPr>
          <p:cNvSpPr/>
          <p:nvPr/>
        </p:nvSpPr>
        <p:spPr>
          <a:xfrm>
            <a:off x="274320" y="2697480"/>
            <a:ext cx="2743200" cy="182880"/>
          </a:xfrm>
          <a:prstGeom prst="rect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D9E00739-73D1-8A33-EC40-93E561719C1C}"/>
              </a:ext>
            </a:extLst>
          </p:cNvPr>
          <p:cNvSpPr/>
          <p:nvPr/>
        </p:nvSpPr>
        <p:spPr>
          <a:xfrm>
            <a:off x="274320" y="2889504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/>
              <a:t>10</a:t>
            </a: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5B2F7B09-A69B-59E8-E693-39D650BCDFBF}"/>
              </a:ext>
            </a:extLst>
          </p:cNvPr>
          <p:cNvSpPr/>
          <p:nvPr/>
        </p:nvSpPr>
        <p:spPr>
          <a:xfrm>
            <a:off x="274320" y="3337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- High Confidence</a:t>
            </a:r>
            <a:endParaRPr lang="en-US" sz="90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CD3E35AF-197E-ED38-983B-76576DE83CFF}"/>
              </a:ext>
            </a:extLst>
          </p:cNvPr>
          <p:cNvSpPr/>
          <p:nvPr/>
        </p:nvSpPr>
        <p:spPr>
          <a:xfrm>
            <a:off x="3154680" y="2697480"/>
            <a:ext cx="27432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9F591471-FDC0-0173-96EB-4121E81E1386}"/>
              </a:ext>
            </a:extLst>
          </p:cNvPr>
          <p:cNvSpPr/>
          <p:nvPr/>
        </p:nvSpPr>
        <p:spPr>
          <a:xfrm>
            <a:off x="3154680" y="2697480"/>
            <a:ext cx="2743200" cy="182880"/>
          </a:xfrm>
          <a:prstGeom prst="rect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85F7A72A-8AD5-1F9B-DE87-57E46D93BD74}"/>
              </a:ext>
            </a:extLst>
          </p:cNvPr>
          <p:cNvSpPr/>
          <p:nvPr/>
        </p:nvSpPr>
        <p:spPr>
          <a:xfrm>
            <a:off x="3154680" y="2889504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/>
              <a:t>4</a:t>
            </a: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C9DD089F-B1EF-8989-E14F-0032675CB9A1}"/>
              </a:ext>
            </a:extLst>
          </p:cNvPr>
          <p:cNvSpPr/>
          <p:nvPr/>
        </p:nvSpPr>
        <p:spPr>
          <a:xfrm>
            <a:off x="3154680" y="3337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- Medium Risk</a:t>
            </a:r>
            <a:endParaRPr lang="en-US" sz="90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2B99E550-D7FC-5200-09B0-1740BB161296}"/>
              </a:ext>
            </a:extLst>
          </p:cNvPr>
          <p:cNvSpPr/>
          <p:nvPr/>
        </p:nvSpPr>
        <p:spPr>
          <a:xfrm>
            <a:off x="6035040" y="2697480"/>
            <a:ext cx="27432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2C1CAE89-4298-FE81-706C-3ED4DD880E4C}"/>
              </a:ext>
            </a:extLst>
          </p:cNvPr>
          <p:cNvSpPr/>
          <p:nvPr/>
        </p:nvSpPr>
        <p:spPr>
          <a:xfrm>
            <a:off x="6035040" y="2697480"/>
            <a:ext cx="2743200" cy="1828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1C7BE64A-AE7E-501D-722B-F7054C9F9D00}"/>
              </a:ext>
            </a:extLst>
          </p:cNvPr>
          <p:cNvSpPr/>
          <p:nvPr/>
        </p:nvSpPr>
        <p:spPr>
          <a:xfrm>
            <a:off x="6035040" y="2889504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/>
              <a:t>11</a:t>
            </a: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54E61685-1129-F0A8-6E5A-CBC585BCC0FC}"/>
              </a:ext>
            </a:extLst>
          </p:cNvPr>
          <p:cNvSpPr/>
          <p:nvPr/>
        </p:nvSpPr>
        <p:spPr>
          <a:xfrm>
            <a:off x="6035040" y="3337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- High Risk</a:t>
            </a:r>
            <a:endParaRPr lang="en-US" sz="9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B114BDDD-64EB-5477-BFCC-6A0329CD5BEB}"/>
              </a:ext>
            </a:extLst>
          </p:cNvPr>
          <p:cNvSpPr/>
          <p:nvPr/>
        </p:nvSpPr>
        <p:spPr>
          <a:xfrm>
            <a:off x="274320" y="3785616"/>
            <a:ext cx="8595360" cy="402336"/>
          </a:xfrm>
          <a:prstGeom prst="rect">
            <a:avLst/>
          </a:prstGeom>
          <a:solidFill>
            <a:srgbClr val="D6E4F5"/>
          </a:solidFill>
          <a:ln w="12700">
            <a:solidFill>
              <a:srgbClr val="CCDD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9ECD7319-CD35-9BFD-64D5-A363DF83B28C}"/>
              </a:ext>
            </a:extLst>
          </p:cNvPr>
          <p:cNvSpPr/>
          <p:nvPr/>
        </p:nvSpPr>
        <p:spPr>
          <a:xfrm>
            <a:off x="411480" y="384962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/>
              <a:t>10 with NTP of 25 POR  ·  15 pending NTP</a:t>
            </a:r>
          </a:p>
        </p:txBody>
      </p:sp>
    </p:spTree>
    <p:extLst>
      <p:ext uri="{BB962C8B-B14F-4D97-AF65-F5344CB8AC3E}">
        <p14:creationId xmlns:p14="http://schemas.microsoft.com/office/powerpoint/2010/main" val="42266956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70FC8-F89D-0988-B4FF-2E45D53B7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420F6C7-AAF8-D926-EB4C-1E335A4AA613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D80DAE8-AB67-D55B-1B0A-EED93FC406E2}"/>
              </a:ext>
            </a:extLst>
          </p:cNvPr>
          <p:cNvSpPr/>
          <p:nvPr/>
        </p:nvSpPr>
        <p:spPr>
          <a:xfrm>
            <a:off x="320040" y="548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with NTP of 25 POR</a:t>
            </a:r>
            <a:endParaRPr lang="en-US" sz="2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3789443-A0BE-6931-7A5E-937C9BCB98D1}"/>
              </a:ext>
            </a:extLst>
          </p:cNvPr>
          <p:cNvSpPr/>
          <p:nvPr/>
        </p:nvSpPr>
        <p:spPr>
          <a:xfrm>
            <a:off x="320040" y="521208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POR with NTPs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6033D62-8929-FE50-8D04-E6926E9BAAED}"/>
              </a:ext>
            </a:extLst>
          </p:cNvPr>
          <p:cNvSpPr/>
          <p:nvPr/>
        </p:nvSpPr>
        <p:spPr>
          <a:xfrm>
            <a:off x="7772400" y="731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09/29/2026</a:t>
            </a:r>
            <a:endParaRPr lang="en-US"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2864ACB-8AFD-CEDC-7CCF-C7E23E3350CB}"/>
              </a:ext>
            </a:extLst>
          </p:cNvPr>
          <p:cNvSpPr/>
          <p:nvPr/>
        </p:nvSpPr>
        <p:spPr>
          <a:xfrm>
            <a:off x="0" y="489204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internal use</a:t>
            </a:r>
            <a:endParaRPr lang="en-US" sz="800"/>
          </a:p>
        </p:txBody>
      </p:sp>
      <p:graphicFrame>
        <p:nvGraphicFramePr>
          <p:cNvPr id="21" name="Table 0">
            <a:extLst>
              <a:ext uri="{FF2B5EF4-FFF2-40B4-BE49-F238E27FC236}">
                <a16:creationId xmlns:a16="http://schemas.microsoft.com/office/drawing/2014/main" id="{F3AD322D-1C29-7562-830B-249221AF84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8060153"/>
              </p:ext>
            </p:extLst>
          </p:nvPr>
        </p:nvGraphicFramePr>
        <p:xfrm>
          <a:off x="228600" y="868680"/>
          <a:ext cx="7566660" cy="25908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060">
                  <a:extLst>
                    <a:ext uri="{9D8B030D-6E8A-4147-A177-3AD203B41FA5}">
                      <a16:colId xmlns:a16="http://schemas.microsoft.com/office/drawing/2014/main" val="745318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7922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HOP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Mat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NTP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NTP Action Owner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NTP Status / Notes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NE-ALLIANCE_HOSP-NE-ALLIANCE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10/01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10/11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ITW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Hosp pending LL approval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NE-BROKEN_BOW_NW-NE-BROKEN_BOW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10/02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10/12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NTP Complete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CO-BLANCA_WEST-CO-ALAMOSA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C00000"/>
                          </a:solidFill>
                        </a:rPr>
                        <a:t>✗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10/05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10/15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NE-CEDAR_BLUFF-KS-OBERLIN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C00000"/>
                          </a:solidFill>
                        </a:rPr>
                        <a:t>✗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10/05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10/15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753288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CO-MANZANOLA-CO-FOWLER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C00000"/>
                          </a:solidFill>
                        </a:rPr>
                        <a:t>✗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10/08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10/18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0527948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CO-MOFFAT-CO-HOOPER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10/10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10/20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9157013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CO-CENTER-CO-SAGUACHE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10/11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10/21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558332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CO-RUSH-CO-FOWLER_NORTH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C00000"/>
                          </a:solidFill>
                        </a:rPr>
                        <a:t>✗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10/16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10/26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9534295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CO-SANFORD-CO-LA_JARA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10/22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10/30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2780958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CO-MANZANOLA-CO-ROCKY_FORD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C00000"/>
                          </a:solidFill>
                        </a:rPr>
                        <a:t>✗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10/24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11/03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33827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48748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B50A0-971F-246A-38FB-7E3D6F4AF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96CE952-4882-F218-AEF8-EFDFE5B750EB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1A1EFA2-063B-B1CE-FF32-E7FD3D18E655}"/>
              </a:ext>
            </a:extLst>
          </p:cNvPr>
          <p:cNvSpPr/>
          <p:nvPr/>
        </p:nvSpPr>
        <p:spPr>
          <a:xfrm>
            <a:off x="320040" y="548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of 25 pending NTP</a:t>
            </a:r>
            <a:endParaRPr lang="en-US" sz="2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3A4BA03-F2B4-2A39-3292-927E33DDFB32}"/>
              </a:ext>
            </a:extLst>
          </p:cNvPr>
          <p:cNvSpPr/>
          <p:nvPr/>
        </p:nvSpPr>
        <p:spPr>
          <a:xfrm>
            <a:off x="320040" y="521208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B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POR Pending NTPs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DD99CEA-34E4-A9EE-5B3E-6DAB46560410}"/>
              </a:ext>
            </a:extLst>
          </p:cNvPr>
          <p:cNvSpPr/>
          <p:nvPr/>
        </p:nvSpPr>
        <p:spPr>
          <a:xfrm>
            <a:off x="7772400" y="731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09/29/2026</a:t>
            </a:r>
            <a:endParaRPr lang="en-US"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10216B3-F805-72FC-F850-41DC57AAEAA2}"/>
              </a:ext>
            </a:extLst>
          </p:cNvPr>
          <p:cNvSpPr/>
          <p:nvPr/>
        </p:nvSpPr>
        <p:spPr>
          <a:xfrm>
            <a:off x="0" y="489204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internal use</a:t>
            </a:r>
            <a:endParaRPr lang="en-US" sz="8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36F434A-0178-B106-07A3-7D9F67241FA1}"/>
              </a:ext>
            </a:extLst>
          </p:cNvPr>
          <p:cNvSpPr/>
          <p:nvPr/>
        </p:nvSpPr>
        <p:spPr>
          <a:xfrm>
            <a:off x="274320" y="886968"/>
            <a:ext cx="8595360" cy="23774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436B8ED-8FA8-D16B-5810-9035C6394A5E}"/>
              </a:ext>
            </a:extLst>
          </p:cNvPr>
          <p:cNvSpPr/>
          <p:nvPr/>
        </p:nvSpPr>
        <p:spPr>
          <a:xfrm>
            <a:off x="384048" y="90525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Blockers (11)  —  ITW · Samsung · Viaero</a:t>
            </a:r>
            <a:endParaRPr lang="en-US" sz="850"/>
          </a:p>
        </p:txBody>
      </p:sp>
      <p:graphicFrame>
        <p:nvGraphicFramePr>
          <p:cNvPr id="22" name="Table 0">
            <a:extLst>
              <a:ext uri="{FF2B5EF4-FFF2-40B4-BE49-F238E27FC236}">
                <a16:creationId xmlns:a16="http://schemas.microsoft.com/office/drawing/2014/main" id="{7EFA7DCD-7FD4-7548-7422-95323BC51A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7558770"/>
              </p:ext>
            </p:extLst>
          </p:nvPr>
        </p:nvGraphicFramePr>
        <p:xfrm>
          <a:off x="274320" y="1152144"/>
          <a:ext cx="7680960" cy="302514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HOP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Action Owner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NTP Blocker / Waiting On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Comments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NE-LEXINGTON_DT-NE-LEXINGTON_NORTH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/>
                        <a:t>10/02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10/12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Viaero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9/22/2026: Approved by Wes.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CO-MANZANOLA_DT-CO-MANZANOLA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/>
                        <a:t>10/06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10/16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Viaero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pending LLD approval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WY-TORRINGTON_SOUTH-WY-TORRINGTON_DT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dirty="0"/>
                        <a:t>10/08</a:t>
                      </a:r>
                      <a:endParaRPr dirty="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10/18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ITW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DT - pending Vertical Bridge approval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 dirty="0"/>
                        <a:t>9/22/2026: Still in review with VB.  | 9/8/2026: Still pe</a:t>
                      </a:r>
                      <a:endParaRPr dirty="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CO-HUGHES-CO-KIRK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dirty="0"/>
                        <a:t>10/10</a:t>
                      </a:r>
                      <a:endParaRPr dirty="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10/20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Viaero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Pending service assignment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KS-GREAT_BEND_CENTRAL-KS-ELLINWOOD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dirty="0"/>
                        <a:t>10/11</a:t>
                      </a:r>
                      <a:endParaRPr dirty="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10/21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Nokia &amp; Viaero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Pending LLD approval.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dirty="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KS-ATWOOD-KS-MIDWAY_KS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/>
                        <a:t>10/15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10/25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Nokia &amp; Viaero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Pending LLD approval.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KS-MIDWAY_KS-KS-OBERLIN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/>
                        <a:t>10/15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10/25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Nokia &amp; Viaero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Pending LLD approval.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KS-PHILLIPSBURG-KS-WALNUT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/>
                        <a:t>10/18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10/28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Nokia &amp; Viaero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Pending LLD approval.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KS-PRAIRIE_VIEW-KS-PHILLIPSBURG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/>
                        <a:t>10/21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10/31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Nokia &amp; Viaero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Pending LLD approval.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CO-GRANGER-CO-HANNA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10/26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11/05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Viaero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0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211259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CO-CROOK-CO-SEDGWICK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/>
                        <a:t>10/26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11/05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Viaero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Pending service assignment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150733"/>
                  </a:ext>
                </a:extLst>
              </a:tr>
            </a:tbl>
          </a:graphicData>
        </a:graphic>
      </p:graphicFrame>
      <p:sp>
        <p:nvSpPr>
          <p:cNvPr id="10" name="Shape 7">
            <a:extLst>
              <a:ext uri="{FF2B5EF4-FFF2-40B4-BE49-F238E27FC236}">
                <a16:creationId xmlns:a16="http://schemas.microsoft.com/office/drawing/2014/main" id="{6FF90929-2EE2-4B63-9735-FA5E427D95B0}"/>
              </a:ext>
            </a:extLst>
          </p:cNvPr>
          <p:cNvSpPr/>
          <p:nvPr/>
        </p:nvSpPr>
        <p:spPr>
          <a:xfrm>
            <a:off x="274320" y="4494276"/>
            <a:ext cx="8595360" cy="237744"/>
          </a:xfrm>
          <a:prstGeom prst="rect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069E34B-F86E-4A61-0927-DB5312185CD9}"/>
              </a:ext>
            </a:extLst>
          </p:cNvPr>
          <p:cNvSpPr/>
          <p:nvPr/>
        </p:nvSpPr>
        <p:spPr>
          <a:xfrm>
            <a:off x="384048" y="45217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Team Actions (4)</a:t>
            </a:r>
            <a:endParaRPr lang="en-US" sz="850"/>
          </a:p>
        </p:txBody>
      </p:sp>
      <p:graphicFrame>
        <p:nvGraphicFramePr>
          <p:cNvPr id="43" name="Table 1">
            <a:extLst>
              <a:ext uri="{FF2B5EF4-FFF2-40B4-BE49-F238E27FC236}">
                <a16:creationId xmlns:a16="http://schemas.microsoft.com/office/drawing/2014/main" id="{1CC7F4DE-9619-C094-EAEF-5029A3CA2C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2141122"/>
              </p:ext>
            </p:extLst>
          </p:nvPr>
        </p:nvGraphicFramePr>
        <p:xfrm>
          <a:off x="228600" y="4764902"/>
          <a:ext cx="7680960" cy="135636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HOP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6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6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6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Action Owner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6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NTP Blocker / Waiting On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6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Comments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6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CO-TOBE_SW-CO-TREMENTINA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/>
                        <a:t>10/21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10/31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Nokia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pending LLD submittal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KS-HAYS_EAST-KS-HAYS_NW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/>
                        <a:t>10/21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10/31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Nokia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pending LLD submittal.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KS-BUNKER_HILL-KS-DORRANCE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/>
                        <a:t>10/25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11/04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Nokia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pending LLD submittal.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KS-GOODLAND-KS-BREWSTER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/>
                        <a:t>10/29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11/08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/>
                        <a:t>Nokia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pending WP &amp; LLD submittal.  Pending ITW reso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77203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64DD7-8194-4128-1AEE-1BFD043E0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CEAC5A8-400B-5D37-8A7B-8F471CF0C7CE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5F7E820-CD9B-2ECD-8D71-0639237BC811}"/>
              </a:ext>
            </a:extLst>
          </p:cNvPr>
          <p:cNvSpPr/>
          <p:nvPr/>
        </p:nvSpPr>
        <p:spPr>
          <a:xfrm>
            <a:off x="320040" y="548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Forecasted November POR</a:t>
            </a:r>
            <a:endParaRPr lang="en-US" sz="2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F692127-5CDB-5126-DD43-EB941E442B9E}"/>
              </a:ext>
            </a:extLst>
          </p:cNvPr>
          <p:cNvSpPr/>
          <p:nvPr/>
        </p:nvSpPr>
        <p:spPr>
          <a:xfrm>
            <a:off x="320040" y="521208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B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 Plan of Record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ADE6FCC-92C5-954C-8F8E-BBF8E4A8ED82}"/>
              </a:ext>
            </a:extLst>
          </p:cNvPr>
          <p:cNvSpPr/>
          <p:nvPr/>
        </p:nvSpPr>
        <p:spPr>
          <a:xfrm>
            <a:off x="7772400" y="731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09/29/2026</a:t>
            </a:r>
            <a:endParaRPr lang="en-US"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D7FF876-2518-F949-4ACD-4EF9D75A437A}"/>
              </a:ext>
            </a:extLst>
          </p:cNvPr>
          <p:cNvSpPr/>
          <p:nvPr/>
        </p:nvSpPr>
        <p:spPr>
          <a:xfrm>
            <a:off x="0" y="489204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internal use</a:t>
            </a:r>
            <a:endParaRPr lang="en-US" sz="8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E4AE981-8C33-17F1-0743-6C041625B7B7}"/>
              </a:ext>
            </a:extLst>
          </p:cNvPr>
          <p:cNvSpPr/>
          <p:nvPr/>
        </p:nvSpPr>
        <p:spPr>
          <a:xfrm>
            <a:off x="274320" y="960120"/>
            <a:ext cx="2651760" cy="1234440"/>
          </a:xfrm>
          <a:prstGeom prst="rect">
            <a:avLst/>
          </a:prstGeom>
          <a:solidFill>
            <a:srgbClr val="D6E4F5"/>
          </a:solidFill>
          <a:ln w="1270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E8A7F10-B1DA-2595-0E98-F51C50B4E4BB}"/>
              </a:ext>
            </a:extLst>
          </p:cNvPr>
          <p:cNvSpPr/>
          <p:nvPr/>
        </p:nvSpPr>
        <p:spPr>
          <a:xfrm>
            <a:off x="274320" y="996696"/>
            <a:ext cx="2651760" cy="6912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>
                <a:solidFill>
                  <a:srgbClr val="124191"/>
                </a:solidFill>
              </a:rPr>
              <a:t>20</a:t>
            </a:r>
            <a:endParaRPr lang="en-US" sz="30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710E4C9-96F8-703E-78AF-192C7CEA601A}"/>
              </a:ext>
            </a:extLst>
          </p:cNvPr>
          <p:cNvSpPr/>
          <p:nvPr/>
        </p:nvSpPr>
        <p:spPr>
          <a:xfrm>
            <a:off x="274320" y="1700784"/>
            <a:ext cx="2651760" cy="4690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 POR HOPs</a:t>
            </a:r>
            <a:endParaRPr lang="en-US" sz="9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DEFCF75-208D-BEC7-DC83-F0CB21F33171}"/>
              </a:ext>
            </a:extLst>
          </p:cNvPr>
          <p:cNvSpPr/>
          <p:nvPr/>
        </p:nvSpPr>
        <p:spPr>
          <a:xfrm>
            <a:off x="3246120" y="960120"/>
            <a:ext cx="2651760" cy="1234440"/>
          </a:xfrm>
          <a:prstGeom prst="rect">
            <a:avLst/>
          </a:prstGeom>
          <a:solidFill>
            <a:srgbClr val="E2EFDA"/>
          </a:solidFill>
          <a:ln w="1270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620CC26-AA46-C94B-2209-F91283B0A214}"/>
              </a:ext>
            </a:extLst>
          </p:cNvPr>
          <p:cNvSpPr/>
          <p:nvPr/>
        </p:nvSpPr>
        <p:spPr>
          <a:xfrm>
            <a:off x="3246120" y="996696"/>
            <a:ext cx="2651760" cy="6912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>
                <a:solidFill>
                  <a:srgbClr val="217346"/>
                </a:solidFill>
              </a:rPr>
              <a:t>5</a:t>
            </a:r>
            <a:endParaRPr lang="en-US" sz="30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2E8E128-3707-1AAB-7FF0-997A0A342D69}"/>
              </a:ext>
            </a:extLst>
          </p:cNvPr>
          <p:cNvSpPr/>
          <p:nvPr/>
        </p:nvSpPr>
        <p:spPr>
          <a:xfrm>
            <a:off x="3246120" y="1700784"/>
            <a:ext cx="2651760" cy="4690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NTP</a:t>
            </a:r>
            <a:endParaRPr lang="en-US" sz="9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2EA62CA-3EE3-BA5F-4A3A-21033BDB4D1B}"/>
              </a:ext>
            </a:extLst>
          </p:cNvPr>
          <p:cNvSpPr/>
          <p:nvPr/>
        </p:nvSpPr>
        <p:spPr>
          <a:xfrm>
            <a:off x="6217920" y="960120"/>
            <a:ext cx="2377440" cy="1234440"/>
          </a:xfrm>
          <a:prstGeom prst="rect">
            <a:avLst/>
          </a:prstGeom>
          <a:solidFill>
            <a:srgbClr val="FFF2CC"/>
          </a:solidFill>
          <a:ln w="1270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C262B11-C375-02FE-5CA9-BCA3FA9607A0}"/>
              </a:ext>
            </a:extLst>
          </p:cNvPr>
          <p:cNvSpPr/>
          <p:nvPr/>
        </p:nvSpPr>
        <p:spPr>
          <a:xfrm>
            <a:off x="6217920" y="996696"/>
            <a:ext cx="2377440" cy="6912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>
                <a:solidFill>
                  <a:srgbClr val="D4860A"/>
                </a:solidFill>
              </a:rPr>
              <a:t>15</a:t>
            </a:r>
            <a:endParaRPr lang="en-US" sz="30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85C21A0-C346-2C9E-838F-DF3A8480804C}"/>
              </a:ext>
            </a:extLst>
          </p:cNvPr>
          <p:cNvSpPr/>
          <p:nvPr/>
        </p:nvSpPr>
        <p:spPr>
          <a:xfrm>
            <a:off x="6217920" y="1700784"/>
            <a:ext cx="2377440" cy="4690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NTP</a:t>
            </a:r>
            <a:endParaRPr lang="en-US" sz="90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8CC3C1C4-9C2F-98D4-F2AF-CDE1BE5C2D00}"/>
              </a:ext>
            </a:extLst>
          </p:cNvPr>
          <p:cNvSpPr/>
          <p:nvPr/>
        </p:nvSpPr>
        <p:spPr>
          <a:xfrm>
            <a:off x="274320" y="2331720"/>
            <a:ext cx="8595360" cy="310896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7ED68CB4-3ED7-CEB3-940E-969798EEAFFC}"/>
              </a:ext>
            </a:extLst>
          </p:cNvPr>
          <p:cNvSpPr/>
          <p:nvPr/>
        </p:nvSpPr>
        <p:spPr>
          <a:xfrm>
            <a:off x="411480" y="236829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 POR</a:t>
            </a:r>
            <a:endParaRPr lang="en-US" sz="100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A6C76BB6-9977-8CAB-B4CE-A332C1848AB1}"/>
              </a:ext>
            </a:extLst>
          </p:cNvPr>
          <p:cNvSpPr/>
          <p:nvPr/>
        </p:nvSpPr>
        <p:spPr>
          <a:xfrm>
            <a:off x="274320" y="2697480"/>
            <a:ext cx="27432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51EF6C3D-3CE1-A9E1-E443-3A222426FF87}"/>
              </a:ext>
            </a:extLst>
          </p:cNvPr>
          <p:cNvSpPr/>
          <p:nvPr/>
        </p:nvSpPr>
        <p:spPr>
          <a:xfrm>
            <a:off x="274320" y="2697480"/>
            <a:ext cx="2743200" cy="182880"/>
          </a:xfrm>
          <a:prstGeom prst="rect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E37DCD80-D766-E3CA-5288-28F93BB48A83}"/>
              </a:ext>
            </a:extLst>
          </p:cNvPr>
          <p:cNvSpPr/>
          <p:nvPr/>
        </p:nvSpPr>
        <p:spPr>
          <a:xfrm>
            <a:off x="274320" y="2889504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/>
              <a:t>5</a:t>
            </a: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CBF5300-A170-2C05-B896-9FAADAF272AB}"/>
              </a:ext>
            </a:extLst>
          </p:cNvPr>
          <p:cNvSpPr/>
          <p:nvPr/>
        </p:nvSpPr>
        <p:spPr>
          <a:xfrm>
            <a:off x="274320" y="3337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- High Confidence</a:t>
            </a:r>
            <a:endParaRPr lang="en-US" sz="90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C06DD557-1030-6E28-EC60-976403FC497D}"/>
              </a:ext>
            </a:extLst>
          </p:cNvPr>
          <p:cNvSpPr/>
          <p:nvPr/>
        </p:nvSpPr>
        <p:spPr>
          <a:xfrm>
            <a:off x="3154680" y="2697480"/>
            <a:ext cx="27432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45151C20-CA14-7C02-6C57-DD9FB8E8C59E}"/>
              </a:ext>
            </a:extLst>
          </p:cNvPr>
          <p:cNvSpPr/>
          <p:nvPr/>
        </p:nvSpPr>
        <p:spPr>
          <a:xfrm>
            <a:off x="3154680" y="2697480"/>
            <a:ext cx="2743200" cy="182880"/>
          </a:xfrm>
          <a:prstGeom prst="rect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5154CC4E-F9CF-3B55-E652-4424B8757B0D}"/>
              </a:ext>
            </a:extLst>
          </p:cNvPr>
          <p:cNvSpPr/>
          <p:nvPr/>
        </p:nvSpPr>
        <p:spPr>
          <a:xfrm>
            <a:off x="3154680" y="2889504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/>
              <a:t>6</a:t>
            </a: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ECAEC462-E19E-0091-0EA8-652B5A9634CC}"/>
              </a:ext>
            </a:extLst>
          </p:cNvPr>
          <p:cNvSpPr/>
          <p:nvPr/>
        </p:nvSpPr>
        <p:spPr>
          <a:xfrm>
            <a:off x="3154680" y="3337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- Medium Risk</a:t>
            </a:r>
            <a:endParaRPr lang="en-US" sz="90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F83F3AA7-8776-55BD-3C4B-880E4E847213}"/>
              </a:ext>
            </a:extLst>
          </p:cNvPr>
          <p:cNvSpPr/>
          <p:nvPr/>
        </p:nvSpPr>
        <p:spPr>
          <a:xfrm>
            <a:off x="6035040" y="2697480"/>
            <a:ext cx="27432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E8D07136-E123-BA62-9CF4-03D1DCEAB0D6}"/>
              </a:ext>
            </a:extLst>
          </p:cNvPr>
          <p:cNvSpPr/>
          <p:nvPr/>
        </p:nvSpPr>
        <p:spPr>
          <a:xfrm>
            <a:off x="6035040" y="2697480"/>
            <a:ext cx="2743200" cy="1828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EAC6D1FC-9987-B975-066D-B90216E99835}"/>
              </a:ext>
            </a:extLst>
          </p:cNvPr>
          <p:cNvSpPr/>
          <p:nvPr/>
        </p:nvSpPr>
        <p:spPr>
          <a:xfrm>
            <a:off x="6035040" y="2889504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/>
              <a:t>9</a:t>
            </a: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B7622967-D9DE-C0BF-37A6-74F249C6A419}"/>
              </a:ext>
            </a:extLst>
          </p:cNvPr>
          <p:cNvSpPr/>
          <p:nvPr/>
        </p:nvSpPr>
        <p:spPr>
          <a:xfrm>
            <a:off x="6035040" y="3337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- High Risk</a:t>
            </a:r>
            <a:endParaRPr lang="en-US" sz="90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FE05A86A-BE4B-DA29-4BD7-60DD8ED248D7}"/>
              </a:ext>
            </a:extLst>
          </p:cNvPr>
          <p:cNvSpPr/>
          <p:nvPr/>
        </p:nvSpPr>
        <p:spPr>
          <a:xfrm>
            <a:off x="274320" y="3785616"/>
            <a:ext cx="8595360" cy="402336"/>
          </a:xfrm>
          <a:prstGeom prst="rect">
            <a:avLst/>
          </a:prstGeom>
          <a:solidFill>
            <a:srgbClr val="D6E4F5"/>
          </a:solidFill>
          <a:ln w="12700">
            <a:solidFill>
              <a:srgbClr val="CCDD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0D355B82-B676-FD38-BD73-0A8869B6C13F}"/>
              </a:ext>
            </a:extLst>
          </p:cNvPr>
          <p:cNvSpPr/>
          <p:nvPr/>
        </p:nvSpPr>
        <p:spPr>
          <a:xfrm>
            <a:off x="411480" y="384962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/>
              <a:t>5 with NTP of 20 POR  ·  15 pending NTP</a:t>
            </a:r>
          </a:p>
        </p:txBody>
      </p:sp>
    </p:spTree>
    <p:extLst>
      <p:ext uri="{BB962C8B-B14F-4D97-AF65-F5344CB8AC3E}">
        <p14:creationId xmlns:p14="http://schemas.microsoft.com/office/powerpoint/2010/main" val="24228602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7CACE-207D-E1B6-4DCA-FDAEEFF5F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B7F6AE4-BFA8-630D-167E-4D781A300DF9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3A9D9DD-7AAD-C01F-B377-10AA610FB740}"/>
              </a:ext>
            </a:extLst>
          </p:cNvPr>
          <p:cNvSpPr/>
          <p:nvPr/>
        </p:nvSpPr>
        <p:spPr>
          <a:xfrm>
            <a:off x="320040" y="548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with NTP of 20 POR</a:t>
            </a:r>
            <a:endParaRPr lang="en-US" sz="2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526053E-B5CE-6EB0-50FF-B73771489906}"/>
              </a:ext>
            </a:extLst>
          </p:cNvPr>
          <p:cNvSpPr/>
          <p:nvPr/>
        </p:nvSpPr>
        <p:spPr>
          <a:xfrm>
            <a:off x="320040" y="521208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 POR with NTPs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B891598-0773-AA12-16D9-F2B6F7E8064B}"/>
              </a:ext>
            </a:extLst>
          </p:cNvPr>
          <p:cNvSpPr/>
          <p:nvPr/>
        </p:nvSpPr>
        <p:spPr>
          <a:xfrm>
            <a:off x="7772400" y="731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09/29/2026</a:t>
            </a:r>
            <a:endParaRPr lang="en-US"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5EA3A8A-863B-8545-A88D-77F2E3F14E98}"/>
              </a:ext>
            </a:extLst>
          </p:cNvPr>
          <p:cNvSpPr/>
          <p:nvPr/>
        </p:nvSpPr>
        <p:spPr>
          <a:xfrm>
            <a:off x="0" y="489204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internal use</a:t>
            </a:r>
            <a:endParaRPr lang="en-US" sz="800"/>
          </a:p>
        </p:txBody>
      </p:sp>
      <p:graphicFrame>
        <p:nvGraphicFramePr>
          <p:cNvPr id="21" name="Table 0">
            <a:extLst>
              <a:ext uri="{FF2B5EF4-FFF2-40B4-BE49-F238E27FC236}">
                <a16:creationId xmlns:a16="http://schemas.microsoft.com/office/drawing/2014/main" id="{22FD7B3B-FC8C-F668-B7BC-FDCC42F470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4500231"/>
              </p:ext>
            </p:extLst>
          </p:nvPr>
        </p:nvGraphicFramePr>
        <p:xfrm>
          <a:off x="228600" y="868680"/>
          <a:ext cx="7566660" cy="15240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060">
                  <a:extLst>
                    <a:ext uri="{9D8B030D-6E8A-4147-A177-3AD203B41FA5}">
                      <a16:colId xmlns:a16="http://schemas.microsoft.com/office/drawing/2014/main" val="745318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7922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HOP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Mat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NTP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NTP Action Owner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NTP Status / Notes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CO-MONTE_VISTA-CO-CENTER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11/01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11/11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CO-TOWNER_DT-CO-TOWNER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11/05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11/15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NTP Complete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CO-ABBEY-CO-HOGBACK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11/09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11/17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CO-DEL_NORTE-CO-MONTE_VISTA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C00000"/>
                          </a:solidFill>
                        </a:rPr>
                        <a:t>✗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11/16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11/26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155927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CO-DEL_NORTE-CO-HANNA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11/16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11/26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2246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68685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EFE35-6F63-26E1-7E6A-D894D02AB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7CB6030-CE23-EE8C-59F3-B46FF8000482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FE5E160-22BA-7A29-4054-692185279E09}"/>
              </a:ext>
            </a:extLst>
          </p:cNvPr>
          <p:cNvSpPr/>
          <p:nvPr/>
        </p:nvSpPr>
        <p:spPr>
          <a:xfrm>
            <a:off x="320040" y="548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of 20 pending NTP</a:t>
            </a:r>
            <a:endParaRPr lang="en-US" sz="2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74A6021-309D-95FC-2B3A-56CAA4043B19}"/>
              </a:ext>
            </a:extLst>
          </p:cNvPr>
          <p:cNvSpPr/>
          <p:nvPr/>
        </p:nvSpPr>
        <p:spPr>
          <a:xfrm>
            <a:off x="320040" y="521208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B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 POR Pending NTPs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16251E1-B4BD-2A0E-68AF-5E67992FF2C7}"/>
              </a:ext>
            </a:extLst>
          </p:cNvPr>
          <p:cNvSpPr/>
          <p:nvPr/>
        </p:nvSpPr>
        <p:spPr>
          <a:xfrm>
            <a:off x="7772400" y="731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09/29/2026</a:t>
            </a:r>
            <a:endParaRPr lang="en-US"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5407987-9903-0B57-5A63-B38245A3CC85}"/>
              </a:ext>
            </a:extLst>
          </p:cNvPr>
          <p:cNvSpPr/>
          <p:nvPr/>
        </p:nvSpPr>
        <p:spPr>
          <a:xfrm>
            <a:off x="0" y="489204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internal use</a:t>
            </a:r>
            <a:endParaRPr lang="en-US" sz="8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5921004-1009-9EF2-BC28-F0193B50CE4B}"/>
              </a:ext>
            </a:extLst>
          </p:cNvPr>
          <p:cNvSpPr/>
          <p:nvPr/>
        </p:nvSpPr>
        <p:spPr>
          <a:xfrm>
            <a:off x="274320" y="886968"/>
            <a:ext cx="8595360" cy="23774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F774A3B-F346-43CA-8A78-049E53B0CBF4}"/>
              </a:ext>
            </a:extLst>
          </p:cNvPr>
          <p:cNvSpPr/>
          <p:nvPr/>
        </p:nvSpPr>
        <p:spPr>
          <a:xfrm>
            <a:off x="384048" y="90525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Blockers (9)  —  ITW · Samsung · Viaero</a:t>
            </a:r>
            <a:endParaRPr lang="en-US" sz="850"/>
          </a:p>
        </p:txBody>
      </p:sp>
      <p:graphicFrame>
        <p:nvGraphicFramePr>
          <p:cNvPr id="22" name="Table 0">
            <a:extLst>
              <a:ext uri="{FF2B5EF4-FFF2-40B4-BE49-F238E27FC236}">
                <a16:creationId xmlns:a16="http://schemas.microsoft.com/office/drawing/2014/main" id="{C9C387CD-FA18-DC0A-62F8-39A4386940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1293182"/>
              </p:ext>
            </p:extLst>
          </p:nvPr>
        </p:nvGraphicFramePr>
        <p:xfrm>
          <a:off x="274320" y="1152144"/>
          <a:ext cx="7680960" cy="277368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HOP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Action Owner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NTP Blocker / Waiting On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Comments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/>
                        <a:t>CO-FARISITA-CO-STRONG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11/01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11/11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Viaero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/>
                        <a:t>Pending service quote submittal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dirty="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CO-MONTE_VISTA_COOP-CO-MONTE_VISTA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11/01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11/11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Viaero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pending LLD approval.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CO-ALAMOSA_SW-CO-ALAMOSA_SALES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11/01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11/11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Viaero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Ready for NTP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9/22/2026: Dalla will issue.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CO-PROSPECT_EAST-CO-HOYT_NORTH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11/03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11/13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Viaero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pending WP approval &amp; LLD approval on one sit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7/8: per Don's email, P4G3 – Site moved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KS-CLAFLIN-KS-HOLYROOD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11/04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11/14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Nokia &amp; ITW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pending LLD submittal.  Pending ITW resolutio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KS-GOODLAND-KS-GOODLAND_DT_NORTH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11/06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11/16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Nokia &amp; Viaero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Pending LLD approval.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KS-WAKEENEY-KS-QUINTER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11/10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11/18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Viaero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Pending NTP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KS-WAKEENEY-KS-ELLIS_NORTH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11/18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11/26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Viaero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Pending NTP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CO-CENTER_NORTH-CO-CENTER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/>
                        <a:t>11/21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11/30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Viaero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Ready for NTP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/>
                        <a:t>9/22/2026: Dallas will issue. 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0" name="Shape 7">
            <a:extLst>
              <a:ext uri="{FF2B5EF4-FFF2-40B4-BE49-F238E27FC236}">
                <a16:creationId xmlns:a16="http://schemas.microsoft.com/office/drawing/2014/main" id="{040C8527-B852-AA2A-3ACD-3CCBD56BB237}"/>
              </a:ext>
            </a:extLst>
          </p:cNvPr>
          <p:cNvSpPr/>
          <p:nvPr/>
        </p:nvSpPr>
        <p:spPr>
          <a:xfrm>
            <a:off x="274320" y="4173398"/>
            <a:ext cx="8595360" cy="237744"/>
          </a:xfrm>
          <a:prstGeom prst="rect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4A714D6B-E559-866A-75C3-E8FBDE516CFB}"/>
              </a:ext>
            </a:extLst>
          </p:cNvPr>
          <p:cNvSpPr/>
          <p:nvPr/>
        </p:nvSpPr>
        <p:spPr>
          <a:xfrm>
            <a:off x="338328" y="417339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Team Actions (6)</a:t>
            </a:r>
            <a:endParaRPr lang="en-US" sz="850"/>
          </a:p>
        </p:txBody>
      </p:sp>
      <p:graphicFrame>
        <p:nvGraphicFramePr>
          <p:cNvPr id="43" name="Table 1">
            <a:extLst>
              <a:ext uri="{FF2B5EF4-FFF2-40B4-BE49-F238E27FC236}">
                <a16:creationId xmlns:a16="http://schemas.microsoft.com/office/drawing/2014/main" id="{43173A66-EA00-7A47-0B81-4BD2144565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643678"/>
              </p:ext>
            </p:extLst>
          </p:nvPr>
        </p:nvGraphicFramePr>
        <p:xfrm>
          <a:off x="274320" y="4468216"/>
          <a:ext cx="7680960" cy="22479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HOP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6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6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6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Action Owner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6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NTP Blocker / Waiting On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6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Comments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6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CO-FM_OFFICE-CO-FM_HOSP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11/08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11/18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CO-FARISITA-CO-GARDNER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11/11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11/21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Nokia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pending LLD submittal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7/3: PRIORITIZE- both sites are mountain sites with dif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CO-JULESBURG_COURTHOUSE-CO-JULESBURG_DT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/>
                        <a:t>11/14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11/24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Nokia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pending LLD submittal.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6/16: cxld per 6/12 red flag report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CO-MONTE_VISTA_EAST-CO-MONTE_VISTA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11/16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11/26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Nokia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Pending NTP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7/23: Ethos doing RAN for SS at East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KS-GRAINFIELD-KS-QUINTER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11/18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11/26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Nokia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pending WP &amp; LLD submittal.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CO-MONTE_VISTA_SW-CO-MONTE_VISTA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11/21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11/30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Nokia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Pending NTP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dirty="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82123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548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 Log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7772400" y="731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internal use</a:t>
            </a:r>
            <a:endParaRPr lang="en-US" sz="80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1521401"/>
              </p:ext>
            </p:extLst>
          </p:nvPr>
        </p:nvGraphicFramePr>
        <p:xfrm>
          <a:off x="365760" y="914400"/>
          <a:ext cx="8412480" cy="5257800"/>
        </p:xfrm>
        <a:graphic>
          <a:graphicData uri="http://schemas.openxmlformats.org/drawingml/2006/table">
            <a:tbl>
              <a:tblPr/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Action Item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/>
                        <a:t>Add Scop Slide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/>
                        <a:t>Completed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/>
                        <a:t>Nokia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effectLst/>
                          <a:highlight>
                            <a:srgbClr val="00FF00"/>
                          </a:highlight>
                        </a:rPr>
                        <a:t>From Terry - ||</a:t>
                      </a:r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Los </a:t>
                      </a:r>
                      <a:r>
                        <a:rPr lang="en-US" sz="900" b="0" i="0" kern="1200" dirty="0" err="1"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ochos</a:t>
                      </a:r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 to </a:t>
                      </a:r>
                      <a:r>
                        <a:rPr lang="en-US" sz="900" b="0" i="0" kern="1200" dirty="0" err="1"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Jigante</a:t>
                      </a:r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 MW|| </a:t>
                      </a:r>
                      <a:r>
                        <a:rPr lang="en-US" sz="900" dirty="0">
                          <a:effectLst/>
                          <a:highlight>
                            <a:srgbClr val="00FF00"/>
                          </a:highlight>
                        </a:rPr>
                        <a:t>I’d like to put this as an action item on the weekly CX call. This is a link that was not captured in the FCC application, but we have validated that there is Huawei MW here. We will need to replace it however it goes to a private residence, thus </a:t>
                      </a:r>
                      <a:r>
                        <a:rPr lang="en-US" sz="900" dirty="0" err="1">
                          <a:effectLst/>
                          <a:highlight>
                            <a:srgbClr val="00FF00"/>
                          </a:highlight>
                        </a:rPr>
                        <a:t>Viaero</a:t>
                      </a:r>
                      <a:r>
                        <a:rPr lang="en-US" sz="900" dirty="0">
                          <a:effectLst/>
                          <a:highlight>
                            <a:srgbClr val="00FF00"/>
                          </a:highlight>
                        </a:rPr>
                        <a:t> will do the installation. However we need to get this stuff on order. It is also a site in the mountains down by Gunnison so is one we wanted before winter. – 9/22: PCNs sent to Wes. </a:t>
                      </a:r>
                      <a:endParaRPr lang="en-US" sz="900" dirty="0">
                        <a:highlight>
                          <a:srgbClr val="00FF00"/>
                        </a:highlight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/>
                        <a:t>Completed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/>
                        <a:t>Nokia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lang="en-US" sz="900" dirty="0"/>
                        <a:t>From Chris B. </a:t>
                      </a:r>
                    </a:p>
                    <a:p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Lexington DT to Lexington N – MW Hop Equipment Status </a:t>
                      </a:r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(9/8- Nokia- HOP Cancelled then pulled back in. Working on equipment reallocations) – </a:t>
                      </a:r>
                      <a:r>
                        <a:rPr lang="en-US" sz="900" b="0" i="0" u="sng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9/22 Temp solution equipment expected Oct. 9</a:t>
                      </a:r>
                      <a:r>
                        <a:rPr lang="en-US" sz="900" b="0" i="0" u="sng" kern="1200" baseline="300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th</a:t>
                      </a:r>
                      <a:r>
                        <a:rPr lang="en-US" sz="900" b="0" i="0" u="sng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sz="900" b="0" i="0" u="sng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 9/29 : pulled in to today in Sidney.</a:t>
                      </a:r>
                    </a:p>
                    <a:p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Ainsworth to Ainsworth S – AIM issue – </a:t>
                      </a:r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(9/8- Nokia Call scheduled to review concerns today) </a:t>
                      </a:r>
                      <a:r>
                        <a:rPr lang="en-US" sz="900" b="0" i="0" u="sng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9/22: Aims are shipping to the LSC today and expected no later then Friday. Shipping to Sydney - </a:t>
                      </a:r>
                      <a:r>
                        <a:rPr lang="en-US" sz="900" b="0" i="0" u="sng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9/23: Delivered being brought up to Sidney by </a:t>
                      </a:r>
                      <a:r>
                        <a:rPr lang="en-US" sz="900" b="0" i="0" u="sng" kern="1200" dirty="0" err="1"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scot</a:t>
                      </a:r>
                      <a:r>
                        <a:rPr lang="en-US" sz="900" b="0" i="0" u="sng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 today. </a:t>
                      </a:r>
                      <a:r>
                        <a:rPr lang="en-US" sz="900" b="0" i="0" u="sng" kern="1200" dirty="0" err="1"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Allwave</a:t>
                      </a:r>
                      <a:r>
                        <a:rPr lang="en-US" sz="900" b="0" i="0" u="sng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 should be able to pick up by tomorrow. </a:t>
                      </a:r>
                    </a:p>
                    <a:p>
                      <a:r>
                        <a:rPr lang="en-US" sz="9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CoreEVO</a:t>
                      </a:r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card replacement. – </a:t>
                      </a:r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900" b="0" i="0" kern="1200" dirty="0" err="1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Eusitis</a:t>
                      </a:r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to Elwood, Ryan working on the process and scheduling call with </a:t>
                      </a:r>
                      <a:r>
                        <a:rPr lang="en-US" sz="900" b="0" i="0" kern="1200" dirty="0" err="1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Viaero</a:t>
                      </a:r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and going through the process to get this taken care of through cares) </a:t>
                      </a:r>
                      <a:r>
                        <a:rPr lang="en-US" sz="900" b="0" i="0" u="none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9/22: Follow-up convo internal to make sure we have the correct person to present the process for the care tickets. </a:t>
                      </a:r>
                      <a:r>
                        <a:rPr lang="en-US" sz="900" b="0" i="0" u="sng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– 9/29 : confirming with Ryan on the kickoff on the cares this week 9/30.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/>
                        <a:t>In progress 2 of 3 completed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/>
                        <a:t>Nokia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2C5F"/>
          </a:solidFill>
          <a:ln w="12700">
            <a:solidFill>
              <a:srgbClr val="0B2C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560320"/>
            <a:ext cx="9144000" cy="258318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2523744"/>
            <a:ext cx="9144000" cy="73152"/>
          </a:xfrm>
          <a:prstGeom prst="rect">
            <a:avLst/>
          </a:prstGeom>
          <a:solidFill>
            <a:srgbClr val="00A0B0"/>
          </a:solidFill>
          <a:ln w="12700">
            <a:solidFill>
              <a:srgbClr val="00A0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046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20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B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Presentation</a:t>
            </a:r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548640" y="226771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0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09/29/2026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B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Viaero Wireless  ·  Nokia Program Team  ·  Questions Welcome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0" y="4864608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internal use</a:t>
            </a:r>
            <a:endParaRPr lang="en-US" sz="9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548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Starts &amp; Completions Since Last Meeting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320040" y="521208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B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HOPs that started or completed construction since the last build</a:t>
            </a:r>
            <a:endParaRPr lang="en-US" sz="900"/>
          </a:p>
        </p:txBody>
      </p:sp>
      <p:sp>
        <p:nvSpPr>
          <p:cNvPr id="5" name="Text 3"/>
          <p:cNvSpPr/>
          <p:nvPr/>
        </p:nvSpPr>
        <p:spPr>
          <a:xfrm>
            <a:off x="7772400" y="731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09/29/2026</a:t>
            </a:r>
            <a:endParaRPr lang="en-US" sz="900"/>
          </a:p>
        </p:txBody>
      </p:sp>
      <p:sp>
        <p:nvSpPr>
          <p:cNvPr id="6" name="Text 4"/>
          <p:cNvSpPr/>
          <p:nvPr/>
        </p:nvSpPr>
        <p:spPr>
          <a:xfrm>
            <a:off x="0" y="4885403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internal use</a:t>
            </a:r>
            <a:endParaRPr lang="en-US" sz="80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92089" y="877824"/>
          <a:ext cx="3481595" cy="4385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0531"/>
                <a:gridCol w="1160531"/>
                <a:gridCol w="1160533"/>
              </a:tblGrid>
              <a:tr h="487256">
                <a:tc>
                  <a:txBody>
                    <a:bodyPr/>
                    <a:lstStyle/>
                    <a:p>
                      <a:r>
                        <a:t>HOP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CM</a:t>
                      </a:r>
                    </a:p>
                  </a:txBody>
                  <a:tcPr/>
                </a:tc>
              </a:tr>
              <a:tr h="487256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7256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7256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7256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7256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7256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7256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7264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610844" y="877824"/>
          <a:ext cx="3481595" cy="4385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0531"/>
                <a:gridCol w="1160531"/>
                <a:gridCol w="1160533"/>
              </a:tblGrid>
              <a:tr h="487256">
                <a:tc>
                  <a:txBody>
                    <a:bodyPr/>
                    <a:lstStyle/>
                    <a:p>
                      <a:r>
                        <a:t>HOP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CM</a:t>
                      </a:r>
                    </a:p>
                  </a:txBody>
                  <a:tcPr/>
                </a:tc>
              </a:tr>
              <a:tr h="487256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7256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7256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7256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7256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7256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7256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7264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92089" y="621792"/>
            <a:ext cx="34815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124191"/>
                </a:solidFill>
              </a:rPr>
              <a:t>New Starts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0844" y="621792"/>
            <a:ext cx="34815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124191"/>
                </a:solidFill>
              </a:rPr>
              <a:t>Completions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?mso-contentType ?>
<spe:Receivers xmlns:spe="http://schemas.microsoft.com/sharepoint/events"/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779450E6807C47B692BD0767564F4D" ma:contentTypeVersion="17" ma:contentTypeDescription="Create a new document." ma:contentTypeScope="" ma:versionID="6661cd17a56450bad4d548b83c410528">
  <xsd:schema xmlns:xsd="http://www.w3.org/2001/XMLSchema" xmlns:xs="http://www.w3.org/2001/XMLSchema" xmlns:p="http://schemas.microsoft.com/office/2006/metadata/properties" xmlns:ns2="71c5aaf6-e6ce-465b-b873-5148d2a4c105" xmlns:ns3="5d16befc-9a44-49f4-a0ea-b1736f4cc192" xmlns:ns4="03f392b3-309c-48fd-979c-2a66531d899e" targetNamespace="http://schemas.microsoft.com/office/2006/metadata/properties" ma:root="true" ma:fieldsID="e663dcd0c2067f47af672277ec277df6" ns2:_="" ns3:_="" ns4:_="">
    <xsd:import namespace="71c5aaf6-e6ce-465b-b873-5148d2a4c105"/>
    <xsd:import namespace="5d16befc-9a44-49f4-a0ea-b1736f4cc192"/>
    <xsd:import namespace="03f392b3-309c-48fd-979c-2a66531d899e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2:HideFromDelve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lcf76f155ced4ddcb4097134ff3c332f" minOccurs="0"/>
                <xsd:element ref="ns4:TaxCatchAll" minOccurs="0"/>
                <xsd:element ref="ns3:MediaServiceLocation" minOccurs="0"/>
                <xsd:element ref="ns3:MediaServiceOCR" minOccurs="0"/>
                <xsd:element ref="ns3:SNo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c5aaf6-e6ce-465b-b873-5148d2a4c105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HideFromDelve" ma:index="11" nillable="true" ma:displayName="HideFromDelve" ma:default="0" ma:internalName="HideFromDelv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16befc-9a44-49f4-a0ea-b1736f4cc19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34c87397-5fc1-491e-85e7-d6110dbe9c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SNo" ma:index="24" nillable="true" ma:displayName="S No" ma:decimals="0" ma:format="Dropdown" ma:internalName="SNo" ma:percentage="FALSE">
      <xsd:simpleType>
        <xsd:restriction base="dms:Number">
          <xsd:maxInclusive value="500"/>
          <xsd:minInclusive value="1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f392b3-309c-48fd-979c-2a66531d899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b371b343-224b-4a76-af05-6f23a7346562}" ma:internalName="TaxCatchAll" ma:showField="CatchAllData" ma:web="03f392b3-309c-48fd-979c-2a66531d899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haredContentType xmlns="Microsoft.SharePoint.Taxonomy.ContentTypeSync" SourceId="34c87397-5fc1-491e-85e7-d6110dbe9cbd" ContentTypeId="0x0101" PreviousValue="false"/>
</file>

<file path=customXml/item5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d16befc-9a44-49f4-a0ea-b1736f4cc192">
      <Terms xmlns="http://schemas.microsoft.com/office/infopath/2007/PartnerControls"/>
    </lcf76f155ced4ddcb4097134ff3c332f>
    <HideFromDelve xmlns="71c5aaf6-e6ce-465b-b873-5148d2a4c105">false</HideFromDelve>
    <TaxCatchAll xmlns="03f392b3-309c-48fd-979c-2a66531d899e" xsi:nil="true"/>
    <SNo xmlns="5d16befc-9a44-49f4-a0ea-b1736f4cc192" xsi:nil="true"/>
  </documentManagement>
</p:properties>
</file>

<file path=customXml/itemProps1.xml><?xml version="1.0" encoding="utf-8"?>
<ds:datastoreItem xmlns:ds="http://schemas.openxmlformats.org/officeDocument/2006/customXml" ds:itemID="{2C0D11BD-4E58-41BF-9F0B-77D8EFC9C54E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44A37011-5318-4D1F-B4F3-42AE9A840531}">
  <ds:schemaRefs>
    <ds:schemaRef ds:uri="03f392b3-309c-48fd-979c-2a66531d899e"/>
    <ds:schemaRef ds:uri="5d16befc-9a44-49f4-a0ea-b1736f4cc192"/>
    <ds:schemaRef ds:uri="71c5aaf6-e6ce-465b-b873-5148d2a4c10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F62673E-3210-41ED-8BBD-BD004886B5FF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878C1332-973E-495C-B70A-D8AA5C97BAC4}">
  <ds:schemaRefs>
    <ds:schemaRef ds:uri="Microsoft.SharePoint.Taxonomy.ContentTypeSync"/>
  </ds:schemaRefs>
</ds:datastoreItem>
</file>

<file path=customXml/itemProps5.xml><?xml version="1.0" encoding="utf-8"?>
<ds:datastoreItem xmlns:ds="http://schemas.openxmlformats.org/officeDocument/2006/customXml" ds:itemID="{C7DCE292-7603-4920-BE75-6C90A57F7772}">
  <ds:schemaRefs>
    <ds:schemaRef ds:uri="03f392b3-309c-48fd-979c-2a66531d899e"/>
    <ds:schemaRef ds:uri="5d16befc-9a44-49f4-a0ea-b1736f4cc192"/>
    <ds:schemaRef ds:uri="71c5aaf6-e6ce-465b-b873-5148d2a4c105"/>
    <ds:schemaRef ds:uri="http://schemas.microsoft.com/office/2006/metadata/properties"/>
    <ds:schemaRef ds:uri="http://schemas.microsoft.com/office/infopath/2007/PartnerControls"/>
  </ds:schemaRefs>
</ds:datastoreItem>
</file>

<file path=docMetadata/LabelInfo.xml><?xml version="1.0" encoding="utf-8"?>
<clbl:labelList xmlns:clbl="http://schemas.microsoft.com/office/2020/mipLabelMetadata">
  <clbl:label id="{5d471751-9675-428d-917b-70f44f9630b0}" enabled="0" method="" siteId="{5d471751-9675-428d-917b-70f44f9630b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3344</Words>
  <Application>Microsoft Office PowerPoint</Application>
  <PresentationFormat>On-screen Show (16:9)</PresentationFormat>
  <Paragraphs>1109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Segoe UI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Christopher Ojeda (Nokia)</cp:lastModifiedBy>
  <cp:revision>2</cp:revision>
  <dcterms:created xsi:type="dcterms:W3CDTF">2026-05-28T13:33:10Z</dcterms:created>
  <dcterms:modified xsi:type="dcterms:W3CDTF">2026-09-29T19:02:45Z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0x01010081779450E6807C47B692BD0767564F4D</vt:lpwstr>
  </property>
  <property fmtid="{D5CDD505-2E9C-101B-9397-08002B2CF9AE}" pid="3" name="MediaServiceImageTags">
    <vt:lpwstr/>
  </property>
</Properties>
</file>