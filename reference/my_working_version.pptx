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3.xml" ContentType="application/vnd.openxmlformats-officedocument.drawingml.chart+xml"/>
  <Override PartName="/ppt/notesSlides/notesSlide23.xml" ContentType="application/vnd.openxmlformats-officedocument.presentationml.notesSlide+xml"/>
  <Override PartName="/ppt/charts/chart4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6"/>
  </p:sldMasterIdLst>
  <p:notesMasterIdLst>
    <p:notesMasterId r:id="rId32"/>
  </p:notesMasterIdLst>
  <p:sldIdLst>
    <p:sldId id="256" r:id="rId7"/>
    <p:sldId id="306" r:id="rId8"/>
    <p:sldId id="307" r:id="rId9"/>
    <p:sldId id="308" r:id="rId10"/>
    <p:sldId id="309" r:id="rId11"/>
    <p:sldId id="262" r:id="rId12"/>
    <p:sldId id="263" r:id="rId13"/>
    <p:sldId id="264" r:id="rId14"/>
    <p:sldId id="289" r:id="rId15"/>
    <p:sldId id="290" r:id="rId16"/>
    <p:sldId id="291" r:id="rId17"/>
    <p:sldId id="297" r:id="rId18"/>
    <p:sldId id="298" r:id="rId19"/>
    <p:sldId id="299" r:id="rId20"/>
    <p:sldId id="300" r:id="rId21"/>
    <p:sldId id="301" r:id="rId22"/>
    <p:sldId id="302" r:id="rId23"/>
    <p:sldId id="311" r:id="rId24"/>
    <p:sldId id="312" r:id="rId25"/>
    <p:sldId id="310" r:id="rId26"/>
    <p:sldId id="279" r:id="rId27"/>
    <p:sldId id="257" r:id="rId28"/>
    <p:sldId id="258" r:id="rId29"/>
    <p:sldId id="313" r:id="rId30"/>
    <p:sldId id="314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Ojeda (Nokia)" userId="e11bd2ac-5f56-4ab0-9011-0b8c51ba3ded" providerId="ADAL" clId="{D8641BA3-117F-4133-919C-C2CF64912E39}"/>
    <pc:docChg chg="undo custSel addSld delSld modSld sldOrd">
      <pc:chgData name="Christopher Ojeda (Nokia)" userId="e11bd2ac-5f56-4ab0-9011-0b8c51ba3ded" providerId="ADAL" clId="{D8641BA3-117F-4133-919C-C2CF64912E39}" dt="2026-09-29T19:02:17.017" v="907" actId="27918"/>
      <pc:docMkLst>
        <pc:docMk/>
      </pc:docMkLst>
      <pc:sldChg chg="add del">
        <pc:chgData name="Christopher Ojeda (Nokia)" userId="e11bd2ac-5f56-4ab0-9011-0b8c51ba3ded" providerId="ADAL" clId="{D8641BA3-117F-4133-919C-C2CF64912E39}" dt="2026-09-29T16:52:08.418" v="485"/>
        <pc:sldMkLst>
          <pc:docMk/>
          <pc:sldMk cId="0" sldId="257"/>
        </pc:sldMkLst>
      </pc:sldChg>
      <pc:sldChg chg="add">
        <pc:chgData name="Christopher Ojeda (Nokia)" userId="e11bd2ac-5f56-4ab0-9011-0b8c51ba3ded" providerId="ADAL" clId="{D8641BA3-117F-4133-919C-C2CF64912E39}" dt="2026-09-29T16:52:14.752" v="486"/>
        <pc:sldMkLst>
          <pc:docMk/>
          <pc:sldMk cId="0" sldId="258"/>
        </pc:sldMkLst>
      </pc:sldChg>
      <pc:sldChg chg="del">
        <pc:chgData name="Christopher Ojeda (Nokia)" userId="e11bd2ac-5f56-4ab0-9011-0b8c51ba3ded" providerId="ADAL" clId="{D8641BA3-117F-4133-919C-C2CF64912E39}" dt="2026-09-29T16:25:18.906" v="212" actId="47"/>
        <pc:sldMkLst>
          <pc:docMk/>
          <pc:sldMk cId="0" sldId="259"/>
        </pc:sldMkLst>
      </pc:sldChg>
      <pc:sldChg chg="del">
        <pc:chgData name="Christopher Ojeda (Nokia)" userId="e11bd2ac-5f56-4ab0-9011-0b8c51ba3ded" providerId="ADAL" clId="{D8641BA3-117F-4133-919C-C2CF64912E39}" dt="2026-09-29T16:25:19.938" v="213" actId="47"/>
        <pc:sldMkLst>
          <pc:docMk/>
          <pc:sldMk cId="0" sldId="260"/>
        </pc:sldMkLst>
      </pc:sldChg>
      <pc:sldChg chg="del">
        <pc:chgData name="Christopher Ojeda (Nokia)" userId="e11bd2ac-5f56-4ab0-9011-0b8c51ba3ded" providerId="ADAL" clId="{D8641BA3-117F-4133-919C-C2CF64912E39}" dt="2026-09-29T16:43:15.211" v="426" actId="47"/>
        <pc:sldMkLst>
          <pc:docMk/>
          <pc:sldMk cId="0" sldId="261"/>
        </pc:sldMkLst>
      </pc:sldChg>
      <pc:sldChg chg="delSp modSp mod">
        <pc:chgData name="Christopher Ojeda (Nokia)" userId="e11bd2ac-5f56-4ab0-9011-0b8c51ba3ded" providerId="ADAL" clId="{D8641BA3-117F-4133-919C-C2CF64912E39}" dt="2026-09-29T17:17:10.665" v="892" actId="255"/>
        <pc:sldMkLst>
          <pc:docMk/>
          <pc:sldMk cId="0" sldId="262"/>
        </pc:sldMkLst>
        <pc:spChg chg="del">
          <ac:chgData name="Christopher Ojeda (Nokia)" userId="e11bd2ac-5f56-4ab0-9011-0b8c51ba3ded" providerId="ADAL" clId="{D8641BA3-117F-4133-919C-C2CF64912E39}" dt="2026-09-29T16:43:20.833" v="427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Christopher Ojeda (Nokia)" userId="e11bd2ac-5f56-4ab0-9011-0b8c51ba3ded" providerId="ADAL" clId="{D8641BA3-117F-4133-919C-C2CF64912E39}" dt="2026-09-29T16:43:23.221" v="428" actId="478"/>
          <ac:spMkLst>
            <pc:docMk/>
            <pc:sldMk cId="0" sldId="262"/>
            <ac:spMk id="11" creationId="{00000000-0000-0000-0000-000000000000}"/>
          </ac:spMkLst>
        </pc:spChg>
        <pc:graphicFrameChg chg="mod modGraphic">
          <ac:chgData name="Christopher Ojeda (Nokia)" userId="e11bd2ac-5f56-4ab0-9011-0b8c51ba3ded" providerId="ADAL" clId="{D8641BA3-117F-4133-919C-C2CF64912E39}" dt="2026-09-29T17:17:10.665" v="892" actId="255"/>
          <ac:graphicFrameMkLst>
            <pc:docMk/>
            <pc:sldMk cId="0" sldId="262"/>
            <ac:graphicFrameMk id="9" creationId="{00000000-0000-0000-0000-000000000000}"/>
          </ac:graphicFrameMkLst>
        </pc:graphicFrameChg>
        <pc:graphicFrameChg chg="del">
          <ac:chgData name="Christopher Ojeda (Nokia)" userId="e11bd2ac-5f56-4ab0-9011-0b8c51ba3ded" providerId="ADAL" clId="{D8641BA3-117F-4133-919C-C2CF64912E39}" dt="2026-09-29T16:43:25.157" v="429" actId="478"/>
          <ac:graphicFrameMkLst>
            <pc:docMk/>
            <pc:sldMk cId="0" sldId="262"/>
            <ac:graphicFrameMk id="15" creationId="{00000000-0000-0000-0000-000000000000}"/>
          </ac:graphicFrameMkLst>
        </pc:graphicFrameChg>
      </pc:sldChg>
      <pc:sldChg chg="modSp mod">
        <pc:chgData name="Christopher Ojeda (Nokia)" userId="e11bd2ac-5f56-4ab0-9011-0b8c51ba3ded" providerId="ADAL" clId="{D8641BA3-117F-4133-919C-C2CF64912E39}" dt="2026-09-29T16:55:28.028" v="567" actId="1076"/>
        <pc:sldMkLst>
          <pc:docMk/>
          <pc:sldMk cId="0" sldId="263"/>
        </pc:sldMkLst>
        <pc:spChg chg="mod">
          <ac:chgData name="Christopher Ojeda (Nokia)" userId="e11bd2ac-5f56-4ab0-9011-0b8c51ba3ded" providerId="ADAL" clId="{D8641BA3-117F-4133-919C-C2CF64912E39}" dt="2026-09-29T16:44:31.010" v="436" actId="20577"/>
          <ac:spMkLst>
            <pc:docMk/>
            <pc:sldMk cId="0" sldId="263"/>
            <ac:spMk id="8" creationId="{00000000-0000-0000-0000-000000000000}"/>
          </ac:spMkLst>
        </pc:spChg>
        <pc:graphicFrameChg chg="mod modGraphic">
          <ac:chgData name="Christopher Ojeda (Nokia)" userId="e11bd2ac-5f56-4ab0-9011-0b8c51ba3ded" providerId="ADAL" clId="{D8641BA3-117F-4133-919C-C2CF64912E39}" dt="2026-09-29T16:55:28.028" v="567" actId="1076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Christopher Ojeda (Nokia)" userId="e11bd2ac-5f56-4ab0-9011-0b8c51ba3ded" providerId="ADAL" clId="{D8641BA3-117F-4133-919C-C2CF64912E39}" dt="2026-09-29T17:30:28.601" v="894" actId="207"/>
        <pc:sldMkLst>
          <pc:docMk/>
          <pc:sldMk cId="0" sldId="264"/>
        </pc:sldMkLst>
        <pc:graphicFrameChg chg="mod modGraphic">
          <ac:chgData name="Christopher Ojeda (Nokia)" userId="e11bd2ac-5f56-4ab0-9011-0b8c51ba3ded" providerId="ADAL" clId="{D8641BA3-117F-4133-919C-C2CF64912E39}" dt="2026-09-29T17:30:28.601" v="894" actId="207"/>
          <ac:graphicFrameMkLst>
            <pc:docMk/>
            <pc:sldMk cId="0" sldId="264"/>
            <ac:graphicFrameMk id="8" creationId="{93100211-95F3-CC27-0CAE-AEFFF218D3D6}"/>
          </ac:graphicFrameMkLst>
        </pc:graphicFrameChg>
      </pc:sldChg>
      <pc:sldChg chg="del">
        <pc:chgData name="Christopher Ojeda (Nokia)" userId="e11bd2ac-5f56-4ab0-9011-0b8c51ba3ded" providerId="ADAL" clId="{D8641BA3-117F-4133-919C-C2CF64912E39}" dt="2026-09-29T16:24:05.607" v="188" actId="47"/>
        <pc:sldMkLst>
          <pc:docMk/>
          <pc:sldMk cId="0" sldId="271"/>
        </pc:sldMkLst>
      </pc:sldChg>
      <pc:sldChg chg="del">
        <pc:chgData name="Christopher Ojeda (Nokia)" userId="e11bd2ac-5f56-4ab0-9011-0b8c51ba3ded" providerId="ADAL" clId="{D8641BA3-117F-4133-919C-C2CF64912E39}" dt="2026-09-29T16:24:06.367" v="189" actId="47"/>
        <pc:sldMkLst>
          <pc:docMk/>
          <pc:sldMk cId="0" sldId="272"/>
        </pc:sldMkLst>
      </pc:sldChg>
      <pc:sldChg chg="del">
        <pc:chgData name="Christopher Ojeda (Nokia)" userId="e11bd2ac-5f56-4ab0-9011-0b8c51ba3ded" providerId="ADAL" clId="{D8641BA3-117F-4133-919C-C2CF64912E39}" dt="2026-09-29T16:24:06.956" v="190" actId="47"/>
        <pc:sldMkLst>
          <pc:docMk/>
          <pc:sldMk cId="0" sldId="273"/>
        </pc:sldMkLst>
      </pc:sldChg>
      <pc:sldChg chg="del">
        <pc:chgData name="Christopher Ojeda (Nokia)" userId="e11bd2ac-5f56-4ab0-9011-0b8c51ba3ded" providerId="ADAL" clId="{D8641BA3-117F-4133-919C-C2CF64912E39}" dt="2026-09-29T16:24:07.863" v="191" actId="47"/>
        <pc:sldMkLst>
          <pc:docMk/>
          <pc:sldMk cId="0" sldId="274"/>
        </pc:sldMkLst>
      </pc:sldChg>
      <pc:sldChg chg="del">
        <pc:chgData name="Christopher Ojeda (Nokia)" userId="e11bd2ac-5f56-4ab0-9011-0b8c51ba3ded" providerId="ADAL" clId="{D8641BA3-117F-4133-919C-C2CF64912E39}" dt="2026-09-29T16:24:08.560" v="192" actId="47"/>
        <pc:sldMkLst>
          <pc:docMk/>
          <pc:sldMk cId="0" sldId="275"/>
        </pc:sldMkLst>
      </pc:sldChg>
      <pc:sldChg chg="del">
        <pc:chgData name="Christopher Ojeda (Nokia)" userId="e11bd2ac-5f56-4ab0-9011-0b8c51ba3ded" providerId="ADAL" clId="{D8641BA3-117F-4133-919C-C2CF64912E39}" dt="2026-09-29T16:24:09.125" v="193" actId="47"/>
        <pc:sldMkLst>
          <pc:docMk/>
          <pc:sldMk cId="0" sldId="276"/>
        </pc:sldMkLst>
      </pc:sldChg>
      <pc:sldChg chg="del">
        <pc:chgData name="Christopher Ojeda (Nokia)" userId="e11bd2ac-5f56-4ab0-9011-0b8c51ba3ded" providerId="ADAL" clId="{D8641BA3-117F-4133-919C-C2CF64912E39}" dt="2026-09-29T16:51:11.834" v="472" actId="47"/>
        <pc:sldMkLst>
          <pc:docMk/>
          <pc:sldMk cId="0" sldId="278"/>
        </pc:sldMkLst>
      </pc:sldChg>
      <pc:sldChg chg="del">
        <pc:chgData name="Christopher Ojeda (Nokia)" userId="e11bd2ac-5f56-4ab0-9011-0b8c51ba3ded" providerId="ADAL" clId="{D8641BA3-117F-4133-919C-C2CF64912E39}" dt="2026-09-29T16:51:30.082" v="476" actId="47"/>
        <pc:sldMkLst>
          <pc:docMk/>
          <pc:sldMk cId="0" sldId="280"/>
        </pc:sldMkLst>
      </pc:sldChg>
      <pc:sldChg chg="del">
        <pc:chgData name="Christopher Ojeda (Nokia)" userId="e11bd2ac-5f56-4ab0-9011-0b8c51ba3ded" providerId="ADAL" clId="{D8641BA3-117F-4133-919C-C2CF64912E39}" dt="2026-09-29T16:51:30.783" v="477" actId="47"/>
        <pc:sldMkLst>
          <pc:docMk/>
          <pc:sldMk cId="0" sldId="282"/>
        </pc:sldMkLst>
      </pc:sldChg>
      <pc:sldChg chg="del">
        <pc:chgData name="Christopher Ojeda (Nokia)" userId="e11bd2ac-5f56-4ab0-9011-0b8c51ba3ded" providerId="ADAL" clId="{D8641BA3-117F-4133-919C-C2CF64912E39}" dt="2026-09-29T16:51:31.445" v="478" actId="47"/>
        <pc:sldMkLst>
          <pc:docMk/>
          <pc:sldMk cId="0" sldId="283"/>
        </pc:sldMkLst>
      </pc:sldChg>
      <pc:sldChg chg="modSp mod">
        <pc:chgData name="Christopher Ojeda (Nokia)" userId="e11bd2ac-5f56-4ab0-9011-0b8c51ba3ded" providerId="ADAL" clId="{D8641BA3-117F-4133-919C-C2CF64912E39}" dt="2026-09-29T16:47:02.396" v="449" actId="20577"/>
        <pc:sldMkLst>
          <pc:docMk/>
          <pc:sldMk cId="1224337765" sldId="289"/>
        </pc:sldMkLst>
        <pc:spChg chg="mod">
          <ac:chgData name="Christopher Ojeda (Nokia)" userId="e11bd2ac-5f56-4ab0-9011-0b8c51ba3ded" providerId="ADAL" clId="{D8641BA3-117F-4133-919C-C2CF64912E39}" dt="2026-09-29T16:47:00.757" v="447" actId="20577"/>
          <ac:spMkLst>
            <pc:docMk/>
            <pc:sldMk cId="1224337765" sldId="289"/>
            <ac:spMk id="24" creationId="{24D8D556-044F-3112-F8E5-8D5412F1E4BD}"/>
          </ac:spMkLst>
        </pc:spChg>
        <pc:spChg chg="mod">
          <ac:chgData name="Christopher Ojeda (Nokia)" userId="e11bd2ac-5f56-4ab0-9011-0b8c51ba3ded" providerId="ADAL" clId="{D8641BA3-117F-4133-919C-C2CF64912E39}" dt="2026-09-29T16:47:02.396" v="449" actId="20577"/>
          <ac:spMkLst>
            <pc:docMk/>
            <pc:sldMk cId="1224337765" sldId="289"/>
            <ac:spMk id="28" creationId="{2CD7FFD9-4941-67D7-DB95-2E7163ED14BF}"/>
          </ac:spMkLst>
        </pc:spChg>
      </pc:sldChg>
      <pc:sldChg chg="modSp mod">
        <pc:chgData name="Christopher Ojeda (Nokia)" userId="e11bd2ac-5f56-4ab0-9011-0b8c51ba3ded" providerId="ADAL" clId="{D8641BA3-117F-4133-919C-C2CF64912E39}" dt="2026-09-29T16:56:15.766" v="572" actId="1076"/>
        <pc:sldMkLst>
          <pc:docMk/>
          <pc:sldMk cId="3935354952" sldId="290"/>
        </pc:sldMkLst>
        <pc:graphicFrameChg chg="mod modGraphic">
          <ac:chgData name="Christopher Ojeda (Nokia)" userId="e11bd2ac-5f56-4ab0-9011-0b8c51ba3ded" providerId="ADAL" clId="{D8641BA3-117F-4133-919C-C2CF64912E39}" dt="2026-09-29T16:56:15.766" v="572" actId="1076"/>
          <ac:graphicFrameMkLst>
            <pc:docMk/>
            <pc:sldMk cId="3935354952" sldId="290"/>
            <ac:graphicFrameMk id="21" creationId="{B8417265-0398-F825-2EFD-C42DD00D4BB7}"/>
          </ac:graphicFrameMkLst>
        </pc:graphicFrameChg>
      </pc:sldChg>
      <pc:sldChg chg="delSp modSp mod">
        <pc:chgData name="Christopher Ojeda (Nokia)" userId="e11bd2ac-5f56-4ab0-9011-0b8c51ba3ded" providerId="ADAL" clId="{D8641BA3-117F-4133-919C-C2CF64912E39}" dt="2026-09-29T16:56:25.477" v="573" actId="2166"/>
        <pc:sldMkLst>
          <pc:docMk/>
          <pc:sldMk cId="346320989" sldId="291"/>
        </pc:sldMkLst>
        <pc:spChg chg="del">
          <ac:chgData name="Christopher Ojeda (Nokia)" userId="e11bd2ac-5f56-4ab0-9011-0b8c51ba3ded" providerId="ADAL" clId="{D8641BA3-117F-4133-919C-C2CF64912E39}" dt="2026-09-29T16:47:42.916" v="455" actId="478"/>
          <ac:spMkLst>
            <pc:docMk/>
            <pc:sldMk cId="346320989" sldId="291"/>
            <ac:spMk id="10" creationId="{DD5DFB78-28F6-B40B-7201-1617A04BA76B}"/>
          </ac:spMkLst>
        </pc:spChg>
        <pc:spChg chg="del">
          <ac:chgData name="Christopher Ojeda (Nokia)" userId="e11bd2ac-5f56-4ab0-9011-0b8c51ba3ded" providerId="ADAL" clId="{D8641BA3-117F-4133-919C-C2CF64912E39}" dt="2026-09-29T16:47:42.176" v="454" actId="478"/>
          <ac:spMkLst>
            <pc:docMk/>
            <pc:sldMk cId="346320989" sldId="291"/>
            <ac:spMk id="11" creationId="{FF792902-35EA-854D-3FDF-B93A43FAD9D6}"/>
          </ac:spMkLst>
        </pc:spChg>
        <pc:graphicFrameChg chg="mod modGraphic">
          <ac:chgData name="Christopher Ojeda (Nokia)" userId="e11bd2ac-5f56-4ab0-9011-0b8c51ba3ded" providerId="ADAL" clId="{D8641BA3-117F-4133-919C-C2CF64912E39}" dt="2026-09-29T16:56:25.477" v="573" actId="2166"/>
          <ac:graphicFrameMkLst>
            <pc:docMk/>
            <pc:sldMk cId="346320989" sldId="291"/>
            <ac:graphicFrameMk id="22" creationId="{A4549E77-A2D6-61D1-584D-0478F444AAA8}"/>
          </ac:graphicFrameMkLst>
        </pc:graphicFrameChg>
        <pc:graphicFrameChg chg="del">
          <ac:chgData name="Christopher Ojeda (Nokia)" userId="e11bd2ac-5f56-4ab0-9011-0b8c51ba3ded" providerId="ADAL" clId="{D8641BA3-117F-4133-919C-C2CF64912E39}" dt="2026-09-29T16:47:44.195" v="456" actId="478"/>
          <ac:graphicFrameMkLst>
            <pc:docMk/>
            <pc:sldMk cId="346320989" sldId="291"/>
            <ac:graphicFrameMk id="43" creationId="{A6B1E41C-86E0-08BF-83B1-3F34E3BA2B80}"/>
          </ac:graphicFrameMkLst>
        </pc:graphicFrameChg>
      </pc:sldChg>
      <pc:sldChg chg="del">
        <pc:chgData name="Christopher Ojeda (Nokia)" userId="e11bd2ac-5f56-4ab0-9011-0b8c51ba3ded" providerId="ADAL" clId="{D8641BA3-117F-4133-919C-C2CF64912E39}" dt="2026-09-29T16:30:51.923" v="226" actId="47"/>
        <pc:sldMkLst>
          <pc:docMk/>
          <pc:sldMk cId="1010870099" sldId="292"/>
        </pc:sldMkLst>
      </pc:sldChg>
      <pc:sldChg chg="del">
        <pc:chgData name="Christopher Ojeda (Nokia)" userId="e11bd2ac-5f56-4ab0-9011-0b8c51ba3ded" providerId="ADAL" clId="{D8641BA3-117F-4133-919C-C2CF64912E39}" dt="2026-09-29T16:51:28.987" v="475" actId="47"/>
        <pc:sldMkLst>
          <pc:docMk/>
          <pc:sldMk cId="0" sldId="295"/>
        </pc:sldMkLst>
      </pc:sldChg>
      <pc:sldChg chg="del">
        <pc:chgData name="Christopher Ojeda (Nokia)" userId="e11bd2ac-5f56-4ab0-9011-0b8c51ba3ded" providerId="ADAL" clId="{D8641BA3-117F-4133-919C-C2CF64912E39}" dt="2026-09-29T16:51:28.071" v="474" actId="47"/>
        <pc:sldMkLst>
          <pc:docMk/>
          <pc:sldMk cId="0" sldId="296"/>
        </pc:sldMkLst>
      </pc:sldChg>
      <pc:sldChg chg="modSp mod">
        <pc:chgData name="Christopher Ojeda (Nokia)" userId="e11bd2ac-5f56-4ab0-9011-0b8c51ba3ded" providerId="ADAL" clId="{D8641BA3-117F-4133-919C-C2CF64912E39}" dt="2026-09-29T16:48:11.689" v="460" actId="20577"/>
        <pc:sldMkLst>
          <pc:docMk/>
          <pc:sldMk cId="4226695683" sldId="297"/>
        </pc:sldMkLst>
        <pc:spChg chg="mod">
          <ac:chgData name="Christopher Ojeda (Nokia)" userId="e11bd2ac-5f56-4ab0-9011-0b8c51ba3ded" providerId="ADAL" clId="{D8641BA3-117F-4133-919C-C2CF64912E39}" dt="2026-09-29T16:48:11.689" v="460" actId="20577"/>
          <ac:spMkLst>
            <pc:docMk/>
            <pc:sldMk cId="4226695683" sldId="297"/>
            <ac:spMk id="28" creationId="{1C7BE64A-AE7E-501D-722B-F7054C9F9D00}"/>
          </ac:spMkLst>
        </pc:spChg>
      </pc:sldChg>
      <pc:sldChg chg="modSp mod">
        <pc:chgData name="Christopher Ojeda (Nokia)" userId="e11bd2ac-5f56-4ab0-9011-0b8c51ba3ded" providerId="ADAL" clId="{D8641BA3-117F-4133-919C-C2CF64912E39}" dt="2026-09-29T16:56:33.220" v="574" actId="2166"/>
        <pc:sldMkLst>
          <pc:docMk/>
          <pc:sldMk cId="2614874823" sldId="298"/>
        </pc:sldMkLst>
        <pc:graphicFrameChg chg="modGraphic">
          <ac:chgData name="Christopher Ojeda (Nokia)" userId="e11bd2ac-5f56-4ab0-9011-0b8c51ba3ded" providerId="ADAL" clId="{D8641BA3-117F-4133-919C-C2CF64912E39}" dt="2026-09-29T16:56:33.220" v="574" actId="2166"/>
          <ac:graphicFrameMkLst>
            <pc:docMk/>
            <pc:sldMk cId="2614874823" sldId="298"/>
            <ac:graphicFrameMk id="21" creationId="{F3AD322D-1C29-7562-830B-249221AF849B}"/>
          </ac:graphicFrameMkLst>
        </pc:graphicFrameChg>
      </pc:sldChg>
      <pc:sldChg chg="modSp mod">
        <pc:chgData name="Christopher Ojeda (Nokia)" userId="e11bd2ac-5f56-4ab0-9011-0b8c51ba3ded" providerId="ADAL" clId="{D8641BA3-117F-4133-919C-C2CF64912E39}" dt="2026-09-29T17:00:13.100" v="609" actId="20577"/>
        <pc:sldMkLst>
          <pc:docMk/>
          <pc:sldMk cId="2717720333" sldId="299"/>
        </pc:sldMkLst>
        <pc:spChg chg="mod">
          <ac:chgData name="Christopher Ojeda (Nokia)" userId="e11bd2ac-5f56-4ab0-9011-0b8c51ba3ded" providerId="ADAL" clId="{D8641BA3-117F-4133-919C-C2CF64912E39}" dt="2026-09-29T16:48:58.242" v="462" actId="1076"/>
          <ac:spMkLst>
            <pc:docMk/>
            <pc:sldMk cId="2717720333" sldId="299"/>
            <ac:spMk id="10" creationId="{6FF90929-2EE2-4B63-9735-FA5E427D95B0}"/>
          </ac:spMkLst>
        </pc:spChg>
        <pc:spChg chg="mod">
          <ac:chgData name="Christopher Ojeda (Nokia)" userId="e11bd2ac-5f56-4ab0-9011-0b8c51ba3ded" providerId="ADAL" clId="{D8641BA3-117F-4133-919C-C2CF64912E39}" dt="2026-09-29T16:48:58.242" v="462" actId="1076"/>
          <ac:spMkLst>
            <pc:docMk/>
            <pc:sldMk cId="2717720333" sldId="299"/>
            <ac:spMk id="11" creationId="{7069E34B-F86E-4A61-0927-DB5312185CD9}"/>
          </ac:spMkLst>
        </pc:spChg>
        <pc:graphicFrameChg chg="modGraphic">
          <ac:chgData name="Christopher Ojeda (Nokia)" userId="e11bd2ac-5f56-4ab0-9011-0b8c51ba3ded" providerId="ADAL" clId="{D8641BA3-117F-4133-919C-C2CF64912E39}" dt="2026-09-29T17:00:13.100" v="609" actId="20577"/>
          <ac:graphicFrameMkLst>
            <pc:docMk/>
            <pc:sldMk cId="2717720333" sldId="299"/>
            <ac:graphicFrameMk id="22" creationId="{7EFA7DCD-7FD4-7548-7422-95323BC51AB7}"/>
          </ac:graphicFrameMkLst>
        </pc:graphicFrameChg>
        <pc:graphicFrameChg chg="mod modGraphic">
          <ac:chgData name="Christopher Ojeda (Nokia)" userId="e11bd2ac-5f56-4ab0-9011-0b8c51ba3ded" providerId="ADAL" clId="{D8641BA3-117F-4133-919C-C2CF64912E39}" dt="2026-09-29T16:57:29.761" v="584" actId="2165"/>
          <ac:graphicFrameMkLst>
            <pc:docMk/>
            <pc:sldMk cId="2717720333" sldId="299"/>
            <ac:graphicFrameMk id="43" creationId="{1CC7F4DE-9619-C094-EAEF-5029A3CA2C4E}"/>
          </ac:graphicFrameMkLst>
        </pc:graphicFrameChg>
      </pc:sldChg>
      <pc:sldChg chg="modSp mod">
        <pc:chgData name="Christopher Ojeda (Nokia)" userId="e11bd2ac-5f56-4ab0-9011-0b8c51ba3ded" providerId="ADAL" clId="{D8641BA3-117F-4133-919C-C2CF64912E39}" dt="2026-09-29T16:57:44.477" v="585" actId="2166"/>
        <pc:sldMkLst>
          <pc:docMk/>
          <pc:sldMk cId="2826868560" sldId="301"/>
        </pc:sldMkLst>
        <pc:graphicFrameChg chg="modGraphic">
          <ac:chgData name="Christopher Ojeda (Nokia)" userId="e11bd2ac-5f56-4ab0-9011-0b8c51ba3ded" providerId="ADAL" clId="{D8641BA3-117F-4133-919C-C2CF64912E39}" dt="2026-09-29T16:57:44.477" v="585" actId="2166"/>
          <ac:graphicFrameMkLst>
            <pc:docMk/>
            <pc:sldMk cId="2826868560" sldId="301"/>
            <ac:graphicFrameMk id="21" creationId="{22FD7B3B-FC8C-F668-B7BC-FDCC42F47081}"/>
          </ac:graphicFrameMkLst>
        </pc:graphicFrameChg>
      </pc:sldChg>
      <pc:sldChg chg="addSp delSp modSp mod">
        <pc:chgData name="Christopher Ojeda (Nokia)" userId="e11bd2ac-5f56-4ab0-9011-0b8c51ba3ded" providerId="ADAL" clId="{D8641BA3-117F-4133-919C-C2CF64912E39}" dt="2026-09-29T17:00:30.122" v="611" actId="20577"/>
        <pc:sldMkLst>
          <pc:docMk/>
          <pc:sldMk cId="2618212393" sldId="302"/>
        </pc:sldMkLst>
        <pc:spChg chg="mod">
          <ac:chgData name="Christopher Ojeda (Nokia)" userId="e11bd2ac-5f56-4ab0-9011-0b8c51ba3ded" providerId="ADAL" clId="{D8641BA3-117F-4133-919C-C2CF64912E39}" dt="2026-09-29T16:50:15.809" v="466" actId="1076"/>
          <ac:spMkLst>
            <pc:docMk/>
            <pc:sldMk cId="2618212393" sldId="302"/>
            <ac:spMk id="10" creationId="{040C8527-B852-AA2A-3ACD-3CCBD56BB237}"/>
          </ac:spMkLst>
        </pc:spChg>
        <pc:spChg chg="mod">
          <ac:chgData name="Christopher Ojeda (Nokia)" userId="e11bd2ac-5f56-4ab0-9011-0b8c51ba3ded" providerId="ADAL" clId="{D8641BA3-117F-4133-919C-C2CF64912E39}" dt="2026-09-29T16:50:15.809" v="466" actId="1076"/>
          <ac:spMkLst>
            <pc:docMk/>
            <pc:sldMk cId="2618212393" sldId="302"/>
            <ac:spMk id="11" creationId="{4A714D6B-E559-866A-75C3-E8FBDE516CFB}"/>
          </ac:spMkLst>
        </pc:spChg>
        <pc:graphicFrameChg chg="modGraphic">
          <ac:chgData name="Christopher Ojeda (Nokia)" userId="e11bd2ac-5f56-4ab0-9011-0b8c51ba3ded" providerId="ADAL" clId="{D8641BA3-117F-4133-919C-C2CF64912E39}" dt="2026-09-29T17:00:30.122" v="611" actId="20577"/>
          <ac:graphicFrameMkLst>
            <pc:docMk/>
            <pc:sldMk cId="2618212393" sldId="302"/>
            <ac:graphicFrameMk id="22" creationId="{C9C387CD-FA18-DC0A-62F8-39A43869402B}"/>
          </ac:graphicFrameMkLst>
        </pc:graphicFrameChg>
        <pc:graphicFrameChg chg="mod modGraphic">
          <ac:chgData name="Christopher Ojeda (Nokia)" userId="e11bd2ac-5f56-4ab0-9011-0b8c51ba3ded" providerId="ADAL" clId="{D8641BA3-117F-4133-919C-C2CF64912E39}" dt="2026-09-29T16:58:19.246" v="591" actId="2165"/>
          <ac:graphicFrameMkLst>
            <pc:docMk/>
            <pc:sldMk cId="2618212393" sldId="302"/>
            <ac:graphicFrameMk id="43" creationId="{43173A66-EA00-7A47-0B81-4BD214456525}"/>
          </ac:graphicFrameMkLst>
        </pc:graphicFrameChg>
        <pc:picChg chg="add del">
          <ac:chgData name="Christopher Ojeda (Nokia)" userId="e11bd2ac-5f56-4ab0-9011-0b8c51ba3ded" providerId="ADAL" clId="{D8641BA3-117F-4133-919C-C2CF64912E39}" dt="2026-09-29T16:51:56.897" v="483" actId="478"/>
          <ac:picMkLst>
            <pc:docMk/>
            <pc:sldMk cId="2618212393" sldId="302"/>
            <ac:picMk id="12" creationId="{266EB3BE-319D-E994-38D8-76EB10E7745B}"/>
          </ac:picMkLst>
        </pc:picChg>
      </pc:sldChg>
      <pc:sldChg chg="del">
        <pc:chgData name="Christopher Ojeda (Nokia)" userId="e11bd2ac-5f56-4ab0-9011-0b8c51ba3ded" providerId="ADAL" clId="{D8641BA3-117F-4133-919C-C2CF64912E39}" dt="2026-09-29T16:50:49.926" v="468" actId="47"/>
        <pc:sldMkLst>
          <pc:docMk/>
          <pc:sldMk cId="1955402671" sldId="303"/>
        </pc:sldMkLst>
      </pc:sldChg>
      <pc:sldChg chg="del">
        <pc:chgData name="Christopher Ojeda (Nokia)" userId="e11bd2ac-5f56-4ab0-9011-0b8c51ba3ded" providerId="ADAL" clId="{D8641BA3-117F-4133-919C-C2CF64912E39}" dt="2026-09-29T16:50:51.493" v="469" actId="47"/>
        <pc:sldMkLst>
          <pc:docMk/>
          <pc:sldMk cId="498402957" sldId="304"/>
        </pc:sldMkLst>
      </pc:sldChg>
      <pc:sldChg chg="del">
        <pc:chgData name="Christopher Ojeda (Nokia)" userId="e11bd2ac-5f56-4ab0-9011-0b8c51ba3ded" providerId="ADAL" clId="{D8641BA3-117F-4133-919C-C2CF64912E39}" dt="2026-09-29T16:50:53.342" v="470" actId="47"/>
        <pc:sldMkLst>
          <pc:docMk/>
          <pc:sldMk cId="2577534199" sldId="305"/>
        </pc:sldMkLst>
      </pc:sldChg>
      <pc:sldChg chg="addSp delSp modSp add mod">
        <pc:chgData name="Christopher Ojeda (Nokia)" userId="e11bd2ac-5f56-4ab0-9011-0b8c51ba3ded" providerId="ADAL" clId="{D8641BA3-117F-4133-919C-C2CF64912E39}" dt="2026-09-29T16:19:15.800" v="61" actId="20577"/>
        <pc:sldMkLst>
          <pc:docMk/>
          <pc:sldMk cId="0" sldId="306"/>
        </pc:sldMkLst>
        <pc:spChg chg="mod">
          <ac:chgData name="Christopher Ojeda (Nokia)" userId="e11bd2ac-5f56-4ab0-9011-0b8c51ba3ded" providerId="ADAL" clId="{D8641BA3-117F-4133-919C-C2CF64912E39}" dt="2026-09-29T16:19:15.800" v="61" actId="20577"/>
          <ac:spMkLst>
            <pc:docMk/>
            <pc:sldMk cId="0" sldId="306"/>
            <ac:spMk id="3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9-29T16:15:43.702" v="2" actId="20577"/>
          <ac:spMkLst>
            <pc:docMk/>
            <pc:sldMk cId="0" sldId="306"/>
            <ac:spMk id="4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9-29T16:16:18.197" v="6" actId="1076"/>
          <ac:spMkLst>
            <pc:docMk/>
            <pc:sldMk cId="0" sldId="306"/>
            <ac:spMk id="14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9-29T16:18:15.799" v="24" actId="1076"/>
          <ac:spMkLst>
            <pc:docMk/>
            <pc:sldMk cId="0" sldId="306"/>
            <ac:spMk id="26" creationId="{5B33DC7D-2B96-C27A-CAEC-44038A6FE578}"/>
          </ac:spMkLst>
        </pc:spChg>
        <pc:spChg chg="mod">
          <ac:chgData name="Christopher Ojeda (Nokia)" userId="e11bd2ac-5f56-4ab0-9011-0b8c51ba3ded" providerId="ADAL" clId="{D8641BA3-117F-4133-919C-C2CF64912E39}" dt="2026-09-29T16:19:06.086" v="53" actId="20577"/>
          <ac:spMkLst>
            <pc:docMk/>
            <pc:sldMk cId="0" sldId="306"/>
            <ac:spMk id="27" creationId="{784C4185-1D1F-7F74-86DD-0406C8FA6600}"/>
          </ac:spMkLst>
        </pc:spChg>
        <pc:spChg chg="mod">
          <ac:chgData name="Christopher Ojeda (Nokia)" userId="e11bd2ac-5f56-4ab0-9011-0b8c51ba3ded" providerId="ADAL" clId="{D8641BA3-117F-4133-919C-C2CF64912E39}" dt="2026-09-29T16:18:24.150" v="25" actId="1076"/>
          <ac:spMkLst>
            <pc:docMk/>
            <pc:sldMk cId="0" sldId="306"/>
            <ac:spMk id="28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9-29T16:18:24.150" v="25" actId="1076"/>
          <ac:spMkLst>
            <pc:docMk/>
            <pc:sldMk cId="0" sldId="306"/>
            <ac:spMk id="29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9-29T16:18:15.799" v="24" actId="1076"/>
          <ac:spMkLst>
            <pc:docMk/>
            <pc:sldMk cId="0" sldId="306"/>
            <ac:spMk id="31" creationId="{3CE2D60A-EB77-8729-BC39-3BE1513C71BB}"/>
          </ac:spMkLst>
        </pc:spChg>
        <pc:spChg chg="mod">
          <ac:chgData name="Christopher Ojeda (Nokia)" userId="e11bd2ac-5f56-4ab0-9011-0b8c51ba3ded" providerId="ADAL" clId="{D8641BA3-117F-4133-919C-C2CF64912E39}" dt="2026-09-29T16:17:58.980" v="23" actId="1076"/>
          <ac:spMkLst>
            <pc:docMk/>
            <pc:sldMk cId="0" sldId="306"/>
            <ac:spMk id="32" creationId="{72151E31-E05D-8DE1-8A56-5407F298809F}"/>
          </ac:spMkLst>
        </pc:spChg>
        <pc:spChg chg="mod">
          <ac:chgData name="Christopher Ojeda (Nokia)" userId="e11bd2ac-5f56-4ab0-9011-0b8c51ba3ded" providerId="ADAL" clId="{D8641BA3-117F-4133-919C-C2CF64912E39}" dt="2026-09-29T16:19:08.758" v="57" actId="20577"/>
          <ac:spMkLst>
            <pc:docMk/>
            <pc:sldMk cId="0" sldId="306"/>
            <ac:spMk id="33" creationId="{81211404-4A76-D9C3-C6AE-B07E60DA1D3C}"/>
          </ac:spMkLst>
        </pc:spChg>
        <pc:spChg chg="add del mod">
          <ac:chgData name="Christopher Ojeda (Nokia)" userId="e11bd2ac-5f56-4ab0-9011-0b8c51ba3ded" providerId="ADAL" clId="{D8641BA3-117F-4133-919C-C2CF64912E39}" dt="2026-09-29T16:16:34.023" v="10" actId="22"/>
          <ac:spMkLst>
            <pc:docMk/>
            <pc:sldMk cId="0" sldId="306"/>
            <ac:spMk id="34" creationId="{EF213C90-B7F2-2C26-D7D4-AB677FFF3398}"/>
          </ac:spMkLst>
        </pc:spChg>
        <pc:spChg chg="mod">
          <ac:chgData name="Christopher Ojeda (Nokia)" userId="e11bd2ac-5f56-4ab0-9011-0b8c51ba3ded" providerId="ADAL" clId="{D8641BA3-117F-4133-919C-C2CF64912E39}" dt="2026-09-29T16:18:15.799" v="24" actId="1076"/>
          <ac:spMkLst>
            <pc:docMk/>
            <pc:sldMk cId="0" sldId="306"/>
            <ac:spMk id="35" creationId="{5938BA7D-969F-59E1-DE9D-A82F9D4BF46A}"/>
          </ac:spMkLst>
        </pc:spChg>
        <pc:spChg chg="mod">
          <ac:chgData name="Christopher Ojeda (Nokia)" userId="e11bd2ac-5f56-4ab0-9011-0b8c51ba3ded" providerId="ADAL" clId="{D8641BA3-117F-4133-919C-C2CF64912E39}" dt="2026-09-29T16:19:11.268" v="59" actId="20577"/>
          <ac:spMkLst>
            <pc:docMk/>
            <pc:sldMk cId="0" sldId="306"/>
            <ac:spMk id="37" creationId="{1C07747C-3912-7D2C-BBBB-EB2E7C7FDE68}"/>
          </ac:spMkLst>
        </pc:spChg>
        <pc:spChg chg="mod">
          <ac:chgData name="Christopher Ojeda (Nokia)" userId="e11bd2ac-5f56-4ab0-9011-0b8c51ba3ded" providerId="ADAL" clId="{D8641BA3-117F-4133-919C-C2CF64912E39}" dt="2026-09-29T16:16:56.179" v="16" actId="1076"/>
          <ac:spMkLst>
            <pc:docMk/>
            <pc:sldMk cId="0" sldId="306"/>
            <ac:spMk id="42" creationId="{00000000-0000-0000-0000-000000000000}"/>
          </ac:spMkLst>
        </pc:spChg>
        <pc:spChg chg="mod">
          <ac:chgData name="Christopher Ojeda (Nokia)" userId="e11bd2ac-5f56-4ab0-9011-0b8c51ba3ded" providerId="ADAL" clId="{D8641BA3-117F-4133-919C-C2CF64912E39}" dt="2026-09-29T16:18:15.799" v="24" actId="1076"/>
          <ac:spMkLst>
            <pc:docMk/>
            <pc:sldMk cId="0" sldId="306"/>
            <ac:spMk id="46" creationId="{41B328FF-40C7-2F47-30DD-44A23A4B9AE8}"/>
          </ac:spMkLst>
        </pc:spChg>
        <pc:spChg chg="mod">
          <ac:chgData name="Christopher Ojeda (Nokia)" userId="e11bd2ac-5f56-4ab0-9011-0b8c51ba3ded" providerId="ADAL" clId="{D8641BA3-117F-4133-919C-C2CF64912E39}" dt="2026-09-29T16:18:15.799" v="24" actId="1076"/>
          <ac:spMkLst>
            <pc:docMk/>
            <pc:sldMk cId="0" sldId="306"/>
            <ac:spMk id="47" creationId="{55A85C37-F2CD-449F-B6C7-3A56AFE7DCA5}"/>
          </ac:spMkLst>
        </pc:spChg>
        <pc:spChg chg="add del mod">
          <ac:chgData name="Christopher Ojeda (Nokia)" userId="e11bd2ac-5f56-4ab0-9011-0b8c51ba3ded" providerId="ADAL" clId="{D8641BA3-117F-4133-919C-C2CF64912E39}" dt="2026-09-29T16:16:34.023" v="10" actId="22"/>
          <ac:spMkLst>
            <pc:docMk/>
            <pc:sldMk cId="0" sldId="306"/>
            <ac:spMk id="50" creationId="{58BDC200-2587-58EB-9964-E73E0B3BEED1}"/>
          </ac:spMkLst>
        </pc:spChg>
        <pc:spChg chg="mod">
          <ac:chgData name="Christopher Ojeda (Nokia)" userId="e11bd2ac-5f56-4ab0-9011-0b8c51ba3ded" providerId="ADAL" clId="{D8641BA3-117F-4133-919C-C2CF64912E39}" dt="2026-09-29T16:18:15.799" v="24" actId="1076"/>
          <ac:spMkLst>
            <pc:docMk/>
            <pc:sldMk cId="0" sldId="306"/>
            <ac:spMk id="51" creationId="{69EC7327-C646-F5AC-8CAE-BB5839903814}"/>
          </ac:spMkLst>
        </pc:spChg>
        <pc:spChg chg="mod">
          <ac:chgData name="Christopher Ojeda (Nokia)" userId="e11bd2ac-5f56-4ab0-9011-0b8c51ba3ded" providerId="ADAL" clId="{D8641BA3-117F-4133-919C-C2CF64912E39}" dt="2026-09-29T16:17:58.980" v="23" actId="1076"/>
          <ac:spMkLst>
            <pc:docMk/>
            <pc:sldMk cId="0" sldId="306"/>
            <ac:spMk id="52" creationId="{00000000-0000-0000-0000-000000000000}"/>
          </ac:spMkLst>
        </pc:spChg>
        <pc:spChg chg="add mod">
          <ac:chgData name="Christopher Ojeda (Nokia)" userId="e11bd2ac-5f56-4ab0-9011-0b8c51ba3ded" providerId="ADAL" clId="{D8641BA3-117F-4133-919C-C2CF64912E39}" dt="2026-09-29T16:18:24.150" v="25" actId="1076"/>
          <ac:spMkLst>
            <pc:docMk/>
            <pc:sldMk cId="0" sldId="306"/>
            <ac:spMk id="54" creationId="{BF539EE7-2788-E8A4-0A67-8D4DE8869BCE}"/>
          </ac:spMkLst>
        </pc:spChg>
        <pc:spChg chg="add mod">
          <ac:chgData name="Christopher Ojeda (Nokia)" userId="e11bd2ac-5f56-4ab0-9011-0b8c51ba3ded" providerId="ADAL" clId="{D8641BA3-117F-4133-919C-C2CF64912E39}" dt="2026-09-29T16:19:02.719" v="51" actId="20577"/>
          <ac:spMkLst>
            <pc:docMk/>
            <pc:sldMk cId="0" sldId="306"/>
            <ac:spMk id="56" creationId="{CD0EBC94-F20A-4F7F-2657-F32309AACF19}"/>
          </ac:spMkLst>
        </pc:spChg>
        <pc:spChg chg="add mod">
          <ac:chgData name="Christopher Ojeda (Nokia)" userId="e11bd2ac-5f56-4ab0-9011-0b8c51ba3ded" providerId="ADAL" clId="{D8641BA3-117F-4133-919C-C2CF64912E39}" dt="2026-09-29T16:18:55.029" v="47" actId="20577"/>
          <ac:spMkLst>
            <pc:docMk/>
            <pc:sldMk cId="0" sldId="306"/>
            <ac:spMk id="58" creationId="{1520CCD3-53E5-7EDD-1D10-A6E01C9F377F}"/>
          </ac:spMkLst>
        </pc:spChg>
      </pc:sldChg>
      <pc:sldChg chg="modSp add mod">
        <pc:chgData name="Christopher Ojeda (Nokia)" userId="e11bd2ac-5f56-4ab0-9011-0b8c51ba3ded" providerId="ADAL" clId="{D8641BA3-117F-4133-919C-C2CF64912E39}" dt="2026-09-29T16:24:56.725" v="211" actId="20577"/>
        <pc:sldMkLst>
          <pc:docMk/>
          <pc:sldMk cId="667701727" sldId="307"/>
        </pc:sldMkLst>
        <pc:spChg chg="mod">
          <ac:chgData name="Christopher Ojeda (Nokia)" userId="e11bd2ac-5f56-4ab0-9011-0b8c51ba3ded" providerId="ADAL" clId="{D8641BA3-117F-4133-919C-C2CF64912E39}" dt="2026-09-29T16:20:47.016" v="127" actId="20577"/>
          <ac:spMkLst>
            <pc:docMk/>
            <pc:sldMk cId="667701727" sldId="307"/>
            <ac:spMk id="8" creationId="{2E55DCA5-30E7-C2A4-492C-BD4A05871CEB}"/>
          </ac:spMkLst>
        </pc:spChg>
        <pc:spChg chg="mod">
          <ac:chgData name="Christopher Ojeda (Nokia)" userId="e11bd2ac-5f56-4ab0-9011-0b8c51ba3ded" providerId="ADAL" clId="{D8641BA3-117F-4133-919C-C2CF64912E39}" dt="2026-09-29T16:20:57.605" v="128"/>
          <ac:spMkLst>
            <pc:docMk/>
            <pc:sldMk cId="667701727" sldId="307"/>
            <ac:spMk id="11" creationId="{6C55CA92-6469-F14B-622A-D2A00313EC95}"/>
          </ac:spMkLst>
        </pc:spChg>
        <pc:spChg chg="mod">
          <ac:chgData name="Christopher Ojeda (Nokia)" userId="e11bd2ac-5f56-4ab0-9011-0b8c51ba3ded" providerId="ADAL" clId="{D8641BA3-117F-4133-919C-C2CF64912E39}" dt="2026-09-29T16:21:35.343" v="178" actId="20577"/>
          <ac:spMkLst>
            <pc:docMk/>
            <pc:sldMk cId="667701727" sldId="307"/>
            <ac:spMk id="13" creationId="{E01B3DA2-9290-3BAC-600C-00F590ED2184}"/>
          </ac:spMkLst>
        </pc:spChg>
        <pc:spChg chg="mod">
          <ac:chgData name="Christopher Ojeda (Nokia)" userId="e11bd2ac-5f56-4ab0-9011-0b8c51ba3ded" providerId="ADAL" clId="{D8641BA3-117F-4133-919C-C2CF64912E39}" dt="2026-09-29T16:21:44.925" v="179"/>
          <ac:spMkLst>
            <pc:docMk/>
            <pc:sldMk cId="667701727" sldId="307"/>
            <ac:spMk id="16" creationId="{73E90F7D-BF71-83CA-6DCF-B0F0F5366E86}"/>
          </ac:spMkLst>
        </pc:spChg>
        <pc:spChg chg="mod">
          <ac:chgData name="Christopher Ojeda (Nokia)" userId="e11bd2ac-5f56-4ab0-9011-0b8c51ba3ded" providerId="ADAL" clId="{D8641BA3-117F-4133-919C-C2CF64912E39}" dt="2026-09-29T16:22:01.727" v="182" actId="20577"/>
          <ac:spMkLst>
            <pc:docMk/>
            <pc:sldMk cId="667701727" sldId="307"/>
            <ac:spMk id="18" creationId="{CFFBED8F-D326-F5EB-AFCA-9EE76C8FEC5F}"/>
          </ac:spMkLst>
        </pc:spChg>
        <pc:spChg chg="mod">
          <ac:chgData name="Christopher Ojeda (Nokia)" userId="e11bd2ac-5f56-4ab0-9011-0b8c51ba3ded" providerId="ADAL" clId="{D8641BA3-117F-4133-919C-C2CF64912E39}" dt="2026-09-29T16:21:58.885" v="180"/>
          <ac:spMkLst>
            <pc:docMk/>
            <pc:sldMk cId="667701727" sldId="307"/>
            <ac:spMk id="21" creationId="{444BC652-B48B-48E3-9544-2F43E5D5BB34}"/>
          </ac:spMkLst>
        </pc:spChg>
        <pc:spChg chg="mod">
          <ac:chgData name="Christopher Ojeda (Nokia)" userId="e11bd2ac-5f56-4ab0-9011-0b8c51ba3ded" providerId="ADAL" clId="{D8641BA3-117F-4133-919C-C2CF64912E39}" dt="2026-09-29T16:20:30.612" v="123" actId="20577"/>
          <ac:spMkLst>
            <pc:docMk/>
            <pc:sldMk cId="667701727" sldId="307"/>
            <ac:spMk id="23" creationId="{BEC3943E-CDA0-FD00-2BB6-D777E00420C1}"/>
          </ac:spMkLst>
        </pc:spChg>
        <pc:spChg chg="mod">
          <ac:chgData name="Christopher Ojeda (Nokia)" userId="e11bd2ac-5f56-4ab0-9011-0b8c51ba3ded" providerId="ADAL" clId="{D8641BA3-117F-4133-919C-C2CF64912E39}" dt="2026-09-29T16:20:39.996" v="125"/>
          <ac:spMkLst>
            <pc:docMk/>
            <pc:sldMk cId="667701727" sldId="307"/>
            <ac:spMk id="26" creationId="{2C6F99A8-CBA8-96A5-1D4A-B9F576F20C9B}"/>
          </ac:spMkLst>
        </pc:spChg>
        <pc:spChg chg="mod">
          <ac:chgData name="Christopher Ojeda (Nokia)" userId="e11bd2ac-5f56-4ab0-9011-0b8c51ba3ded" providerId="ADAL" clId="{D8641BA3-117F-4133-919C-C2CF64912E39}" dt="2026-09-29T16:23:47.261" v="187"/>
          <ac:spMkLst>
            <pc:docMk/>
            <pc:sldMk cId="667701727" sldId="307"/>
            <ac:spMk id="39" creationId="{3EF05EDC-C2FA-2BA4-F4F8-3194B14FCD7C}"/>
          </ac:spMkLst>
        </pc:spChg>
        <pc:spChg chg="mod">
          <ac:chgData name="Christopher Ojeda (Nokia)" userId="e11bd2ac-5f56-4ab0-9011-0b8c51ba3ded" providerId="ADAL" clId="{D8641BA3-117F-4133-919C-C2CF64912E39}" dt="2026-09-29T16:23:05.116" v="186" actId="20577"/>
          <ac:spMkLst>
            <pc:docMk/>
            <pc:sldMk cId="667701727" sldId="307"/>
            <ac:spMk id="44" creationId="{02B279D6-C973-037E-55B2-7F93484E1352}"/>
          </ac:spMkLst>
        </pc:spChg>
        <pc:spChg chg="mod">
          <ac:chgData name="Christopher Ojeda (Nokia)" userId="e11bd2ac-5f56-4ab0-9011-0b8c51ba3ded" providerId="ADAL" clId="{D8641BA3-117F-4133-919C-C2CF64912E39}" dt="2026-09-29T16:21:22.009" v="174" actId="20577"/>
          <ac:spMkLst>
            <pc:docMk/>
            <pc:sldMk cId="667701727" sldId="307"/>
            <ac:spMk id="52" creationId="{C3FB683B-0AB4-93A7-5E4D-D3D144334B6B}"/>
          </ac:spMkLst>
        </pc:spChg>
        <pc:spChg chg="mod">
          <ac:chgData name="Christopher Ojeda (Nokia)" userId="e11bd2ac-5f56-4ab0-9011-0b8c51ba3ded" providerId="ADAL" clId="{D8641BA3-117F-4133-919C-C2CF64912E39}" dt="2026-09-29T16:24:33.349" v="202" actId="20577"/>
          <ac:spMkLst>
            <pc:docMk/>
            <pc:sldMk cId="667701727" sldId="307"/>
            <ac:spMk id="69" creationId="{ACD2E41E-8C96-2DF3-907E-829A7D024B73}"/>
          </ac:spMkLst>
        </pc:spChg>
        <pc:spChg chg="mod">
          <ac:chgData name="Christopher Ojeda (Nokia)" userId="e11bd2ac-5f56-4ab0-9011-0b8c51ba3ded" providerId="ADAL" clId="{D8641BA3-117F-4133-919C-C2CF64912E39}" dt="2026-09-29T16:24:56.725" v="211" actId="20577"/>
          <ac:spMkLst>
            <pc:docMk/>
            <pc:sldMk cId="667701727" sldId="307"/>
            <ac:spMk id="71" creationId="{6723BA75-4C63-A62E-4AAD-AB1810424DDF}"/>
          </ac:spMkLst>
        </pc:spChg>
        <pc:spChg chg="mod">
          <ac:chgData name="Christopher Ojeda (Nokia)" userId="e11bd2ac-5f56-4ab0-9011-0b8c51ba3ded" providerId="ADAL" clId="{D8641BA3-117F-4133-919C-C2CF64912E39}" dt="2026-09-29T16:24:43.347" v="206" actId="20577"/>
          <ac:spMkLst>
            <pc:docMk/>
            <pc:sldMk cId="667701727" sldId="307"/>
            <ac:spMk id="81" creationId="{B22A95EC-6A80-A50D-B51F-E3950D12322B}"/>
          </ac:spMkLst>
        </pc:spChg>
        <pc:spChg chg="mod">
          <ac:chgData name="Christopher Ojeda (Nokia)" userId="e11bd2ac-5f56-4ab0-9011-0b8c51ba3ded" providerId="ADAL" clId="{D8641BA3-117F-4133-919C-C2CF64912E39}" dt="2026-09-29T16:20:10.817" v="120" actId="20577"/>
          <ac:spMkLst>
            <pc:docMk/>
            <pc:sldMk cId="667701727" sldId="307"/>
            <ac:spMk id="85" creationId="{8AD7CAB7-526A-2DDC-CF15-BA32478CF082}"/>
          </ac:spMkLst>
        </pc:spChg>
      </pc:sldChg>
      <pc:sldChg chg="modSp add mod">
        <pc:chgData name="Christopher Ojeda (Nokia)" userId="e11bd2ac-5f56-4ab0-9011-0b8c51ba3ded" providerId="ADAL" clId="{D8641BA3-117F-4133-919C-C2CF64912E39}" dt="2026-09-29T19:01:41.696" v="900" actId="27918"/>
        <pc:sldMkLst>
          <pc:docMk/>
          <pc:sldMk cId="4146789414" sldId="308"/>
        </pc:sldMkLst>
        <pc:spChg chg="mod">
          <ac:chgData name="Christopher Ojeda (Nokia)" userId="e11bd2ac-5f56-4ab0-9011-0b8c51ba3ded" providerId="ADAL" clId="{D8641BA3-117F-4133-919C-C2CF64912E39}" dt="2026-09-29T16:33:51.983" v="241" actId="20577"/>
          <ac:spMkLst>
            <pc:docMk/>
            <pc:sldMk cId="4146789414" sldId="308"/>
            <ac:spMk id="5" creationId="{37DA61F0-8726-FFBA-8905-3EFBE3889EE2}"/>
          </ac:spMkLst>
        </pc:spChg>
        <pc:spChg chg="mod">
          <ac:chgData name="Christopher Ojeda (Nokia)" userId="e11bd2ac-5f56-4ab0-9011-0b8c51ba3ded" providerId="ADAL" clId="{D8641BA3-117F-4133-919C-C2CF64912E39}" dt="2026-09-29T16:36:28.914" v="288" actId="14100"/>
          <ac:spMkLst>
            <pc:docMk/>
            <pc:sldMk cId="4146789414" sldId="308"/>
            <ac:spMk id="13" creationId="{609E34A2-9622-2EEE-573A-347DE41FF4A5}"/>
          </ac:spMkLst>
        </pc:spChg>
      </pc:sldChg>
      <pc:sldChg chg="modSp add mod ord">
        <pc:chgData name="Christopher Ojeda (Nokia)" userId="e11bd2ac-5f56-4ab0-9011-0b8c51ba3ded" providerId="ADAL" clId="{D8641BA3-117F-4133-919C-C2CF64912E39}" dt="2026-09-29T19:02:17.017" v="907" actId="27918"/>
        <pc:sldMkLst>
          <pc:docMk/>
          <pc:sldMk cId="0" sldId="309"/>
        </pc:sldMkLst>
        <pc:spChg chg="mod">
          <ac:chgData name="Christopher Ojeda (Nokia)" userId="e11bd2ac-5f56-4ab0-9011-0b8c51ba3ded" providerId="ADAL" clId="{D8641BA3-117F-4133-919C-C2CF64912E39}" dt="2026-09-29T16:43:07.540" v="425" actId="20577"/>
          <ac:spMkLst>
            <pc:docMk/>
            <pc:sldMk cId="0" sldId="309"/>
            <ac:spMk id="13" creationId="{00000000-0000-0000-0000-000000000000}"/>
          </ac:spMkLst>
        </pc:spChg>
      </pc:sldChg>
      <pc:sldChg chg="modSp add del mod">
        <pc:chgData name="Christopher Ojeda (Nokia)" userId="e11bd2ac-5f56-4ab0-9011-0b8c51ba3ded" providerId="ADAL" clId="{D8641BA3-117F-4133-919C-C2CF64912E39}" dt="2026-09-29T17:09:07.662" v="891" actId="20577"/>
        <pc:sldMkLst>
          <pc:docMk/>
          <pc:sldMk cId="0" sldId="310"/>
        </pc:sldMkLst>
        <pc:graphicFrameChg chg="modGraphic">
          <ac:chgData name="Christopher Ojeda (Nokia)" userId="e11bd2ac-5f56-4ab0-9011-0b8c51ba3ded" providerId="ADAL" clId="{D8641BA3-117F-4133-919C-C2CF64912E39}" dt="2026-09-29T17:09:07.662" v="891" actId="20577"/>
          <ac:graphicFrameMkLst>
            <pc:docMk/>
            <pc:sldMk cId="0" sldId="310"/>
            <ac:graphicFrameMk id="24" creationId="{00000000-0000-0000-0000-000000000000}"/>
          </ac:graphicFrameMkLst>
        </pc:graphicFrameChg>
      </pc:sldChg>
      <pc:sldChg chg="modSp add mod">
        <pc:chgData name="Christopher Ojeda (Nokia)" userId="e11bd2ac-5f56-4ab0-9011-0b8c51ba3ded" providerId="ADAL" clId="{D8641BA3-117F-4133-919C-C2CF64912E39}" dt="2026-09-29T16:53:33.845" v="561" actId="20577"/>
        <pc:sldMkLst>
          <pc:docMk/>
          <pc:sldMk cId="0" sldId="311"/>
        </pc:sldMkLst>
        <pc:spChg chg="mod">
          <ac:chgData name="Christopher Ojeda (Nokia)" userId="e11bd2ac-5f56-4ab0-9011-0b8c51ba3ded" providerId="ADAL" clId="{D8641BA3-117F-4133-919C-C2CF64912E39}" dt="2026-09-29T16:53:33.845" v="561" actId="20577"/>
          <ac:spMkLst>
            <pc:docMk/>
            <pc:sldMk cId="0" sldId="311"/>
            <ac:spMk id="27" creationId="{00000000-0000-0000-0000-000000000000}"/>
          </ac:spMkLst>
        </pc:spChg>
      </pc:sldChg>
      <pc:sldChg chg="modSp add mod setBg">
        <pc:chgData name="Christopher Ojeda (Nokia)" userId="e11bd2ac-5f56-4ab0-9011-0b8c51ba3ded" providerId="ADAL" clId="{D8641BA3-117F-4133-919C-C2CF64912E39}" dt="2026-09-29T16:54:09.921" v="563" actId="20577"/>
        <pc:sldMkLst>
          <pc:docMk/>
          <pc:sldMk cId="0" sldId="312"/>
        </pc:sldMkLst>
        <pc:spChg chg="mod">
          <ac:chgData name="Christopher Ojeda (Nokia)" userId="e11bd2ac-5f56-4ab0-9011-0b8c51ba3ded" providerId="ADAL" clId="{D8641BA3-117F-4133-919C-C2CF64912E39}" dt="2026-09-29T16:54:09.921" v="563" actId="20577"/>
          <ac:spMkLst>
            <pc:docMk/>
            <pc:sldMk cId="0" sldId="312"/>
            <ac:spMk id="3" creationId="{00000000-0000-0000-0000-000000000000}"/>
          </ac:spMkLst>
        </pc:spChg>
      </pc:sldChg>
      <pc:sldChg chg="add setBg">
        <pc:chgData name="Christopher Ojeda (Nokia)" userId="e11bd2ac-5f56-4ab0-9011-0b8c51ba3ded" providerId="ADAL" clId="{D8641BA3-117F-4133-919C-C2CF64912E39}" dt="2026-09-29T16:52:39.940" v="488"/>
        <pc:sldMkLst>
          <pc:docMk/>
          <pc:sldMk cId="0" sldId="313"/>
        </pc:sldMkLst>
      </pc:sldChg>
      <pc:sldChg chg="add setBg">
        <pc:chgData name="Christopher Ojeda (Nokia)" userId="e11bd2ac-5f56-4ab0-9011-0b8c51ba3ded" providerId="ADAL" clId="{D8641BA3-117F-4133-919C-C2CF64912E39}" dt="2026-09-29T16:52:46.876" v="489"/>
        <pc:sldMkLst>
          <pc:docMk/>
          <pc:sldMk cId="0" sldId="314"/>
        </pc:sldMkLst>
      </pc:sldChg>
      <pc:sldMasterChg chg="delSldLayout">
        <pc:chgData name="Christopher Ojeda (Nokia)" userId="e11bd2ac-5f56-4ab0-9011-0b8c51ba3ded" providerId="ADAL" clId="{D8641BA3-117F-4133-919C-C2CF64912E39}" dt="2026-09-29T16:51:28.987" v="475" actId="47"/>
        <pc:sldMasterMkLst>
          <pc:docMk/>
          <pc:sldMasterMk cId="0" sldId="2147483648"/>
        </pc:sldMasterMkLst>
        <pc:sldLayoutChg chg="del">
          <pc:chgData name="Christopher Ojeda (Nokia)" userId="e11bd2ac-5f56-4ab0-9011-0b8c51ba3ded" providerId="ADAL" clId="{D8641BA3-117F-4133-919C-C2CF64912E39}" dt="2026-09-29T16:51:28.987" v="475" actId="47"/>
          <pc:sldLayoutMkLst>
            <pc:docMk/>
            <pc:sldMasterMk cId="0" sldId="2147483648"/>
            <pc:sldLayoutMk cId="830701729" sldId="2147483650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  <c:pt idx="10">
                  <c:v>26-Nov</c:v>
                </c:pt>
                <c:pt idx="11">
                  <c:v>26-Dec</c:v>
                </c:pt>
                <c:pt idx="12">
                  <c:v>27-Jan</c:v>
                </c:pt>
                <c:pt idx="13">
                  <c:v>27-Feb</c:v>
                </c:pt>
                <c:pt idx="14">
                  <c:v>27-Mar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24</c:v>
                </c:pt>
                <c:pt idx="1">
                  <c:v>7</c:v>
                </c:pt>
                <c:pt idx="2">
                  <c:v>18</c:v>
                </c:pt>
                <c:pt idx="3">
                  <c:v>23</c:v>
                </c:pt>
                <c:pt idx="4">
                  <c:v>22</c:v>
                </c:pt>
                <c:pt idx="5">
                  <c:v>26</c:v>
                </c:pt>
                <c:pt idx="6">
                  <c:v>28</c:v>
                </c:pt>
                <c:pt idx="7">
                  <c:v>13</c:v>
                </c:pt>
                <c:pt idx="8">
                  <c:v>28</c:v>
                </c:pt>
                <c:pt idx="9">
                  <c:v>20</c:v>
                </c:pt>
                <c:pt idx="10">
                  <c:v>20</c:v>
                </c:pt>
                <c:pt idx="11">
                  <c:v>10</c:v>
                </c:pt>
                <c:pt idx="1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D8-4A95-8ACF-CD0CD875228E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12419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  <c:pt idx="10">
                  <c:v>26-Nov</c:v>
                </c:pt>
                <c:pt idx="11">
                  <c:v>26-Dec</c:v>
                </c:pt>
                <c:pt idx="12">
                  <c:v>27-Jan</c:v>
                </c:pt>
                <c:pt idx="13">
                  <c:v>27-Feb</c:v>
                </c:pt>
                <c:pt idx="14">
                  <c:v>27-Mar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24</c:v>
                </c:pt>
                <c:pt idx="1">
                  <c:v>7</c:v>
                </c:pt>
                <c:pt idx="2">
                  <c:v>18</c:v>
                </c:pt>
                <c:pt idx="3">
                  <c:v>23</c:v>
                </c:pt>
                <c:pt idx="4">
                  <c:v>22</c:v>
                </c:pt>
                <c:pt idx="5">
                  <c:v>26</c:v>
                </c:pt>
                <c:pt idx="6">
                  <c:v>28</c:v>
                </c:pt>
                <c:pt idx="7">
                  <c:v>13</c:v>
                </c:pt>
                <c:pt idx="8">
                  <c:v>25</c:v>
                </c:pt>
                <c:pt idx="9">
                  <c:v>5</c:v>
                </c:pt>
                <c:pt idx="1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AE-4256-A227-A5CED77AA10E}"/>
            </c:ext>
          </c:extLst>
        </c:ser>
        <c:ser>
          <c:idx val="1"/>
          <c:order val="2"/>
          <c:tx>
            <c:strRef>
              <c:f>Sheet1!$D$1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  <c:pt idx="10">
                  <c:v>26-Nov</c:v>
                </c:pt>
                <c:pt idx="11">
                  <c:v>26-Dec</c:v>
                </c:pt>
                <c:pt idx="12">
                  <c:v>27-Jan</c:v>
                </c:pt>
                <c:pt idx="13">
                  <c:v>27-Feb</c:v>
                </c:pt>
                <c:pt idx="14">
                  <c:v>27-Mar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24</c:v>
                </c:pt>
                <c:pt idx="1">
                  <c:v>7</c:v>
                </c:pt>
                <c:pt idx="2">
                  <c:v>18</c:v>
                </c:pt>
                <c:pt idx="3">
                  <c:v>23</c:v>
                </c:pt>
                <c:pt idx="4">
                  <c:v>22</c:v>
                </c:pt>
                <c:pt idx="5">
                  <c:v>26</c:v>
                </c:pt>
                <c:pt idx="6">
                  <c:v>28</c:v>
                </c:pt>
                <c:pt idx="7">
                  <c:v>13</c:v>
                </c:pt>
                <c:pt idx="8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AE-4256-A227-A5CED77AA1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255991167566763E-2"/>
          <c:y val="3.3096162486194874E-2"/>
          <c:w val="0.93795747280625197"/>
          <c:h val="0.83510701327619741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  <c:pt idx="10">
                  <c:v>26-Nov</c:v>
                </c:pt>
                <c:pt idx="11">
                  <c:v>26-Dec</c:v>
                </c:pt>
                <c:pt idx="12">
                  <c:v>27-Jan</c:v>
                </c:pt>
                <c:pt idx="13">
                  <c:v>27-Feb</c:v>
                </c:pt>
                <c:pt idx="14">
                  <c:v>27-Mar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13</c:v>
                </c:pt>
                <c:pt idx="1">
                  <c:v>7</c:v>
                </c:pt>
                <c:pt idx="2">
                  <c:v>8</c:v>
                </c:pt>
                <c:pt idx="3">
                  <c:v>14</c:v>
                </c:pt>
                <c:pt idx="4">
                  <c:v>29</c:v>
                </c:pt>
                <c:pt idx="5">
                  <c:v>31</c:v>
                </c:pt>
                <c:pt idx="6">
                  <c:v>30</c:v>
                </c:pt>
                <c:pt idx="7">
                  <c:v>19</c:v>
                </c:pt>
                <c:pt idx="8">
                  <c:v>28</c:v>
                </c:pt>
                <c:pt idx="9">
                  <c:v>22</c:v>
                </c:pt>
                <c:pt idx="10">
                  <c:v>20</c:v>
                </c:pt>
                <c:pt idx="11">
                  <c:v>15</c:v>
                </c:pt>
                <c:pt idx="12">
                  <c:v>10</c:v>
                </c:pt>
                <c:pt idx="1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70-474E-9DCB-F4E4CD0FAC7A}"/>
            </c:ext>
          </c:extLst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12419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  <c:pt idx="10">
                  <c:v>26-Nov</c:v>
                </c:pt>
                <c:pt idx="11">
                  <c:v>26-Dec</c:v>
                </c:pt>
                <c:pt idx="12">
                  <c:v>27-Jan</c:v>
                </c:pt>
                <c:pt idx="13">
                  <c:v>27-Feb</c:v>
                </c:pt>
                <c:pt idx="14">
                  <c:v>27-Mar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13</c:v>
                </c:pt>
                <c:pt idx="1">
                  <c:v>7</c:v>
                </c:pt>
                <c:pt idx="2">
                  <c:v>8</c:v>
                </c:pt>
                <c:pt idx="3">
                  <c:v>14</c:v>
                </c:pt>
                <c:pt idx="4">
                  <c:v>29</c:v>
                </c:pt>
                <c:pt idx="5">
                  <c:v>31</c:v>
                </c:pt>
                <c:pt idx="6">
                  <c:v>30</c:v>
                </c:pt>
                <c:pt idx="7">
                  <c:v>19</c:v>
                </c:pt>
                <c:pt idx="8">
                  <c:v>25</c:v>
                </c:pt>
                <c:pt idx="9">
                  <c:v>12</c:v>
                </c:pt>
                <c:pt idx="1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EF-46DC-BB5D-A7162BB3B72B}"/>
            </c:ext>
          </c:extLst>
        </c:ser>
        <c:ser>
          <c:idx val="1"/>
          <c:order val="2"/>
          <c:tx>
            <c:strRef>
              <c:f>Sheet1!$D$1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Jan/26+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  <c:pt idx="8">
                  <c:v>26-Sep</c:v>
                </c:pt>
                <c:pt idx="9">
                  <c:v>26-Oct</c:v>
                </c:pt>
                <c:pt idx="10">
                  <c:v>26-Nov</c:v>
                </c:pt>
                <c:pt idx="11">
                  <c:v>26-Dec</c:v>
                </c:pt>
                <c:pt idx="12">
                  <c:v>27-Jan</c:v>
                </c:pt>
                <c:pt idx="13">
                  <c:v>27-Feb</c:v>
                </c:pt>
                <c:pt idx="14">
                  <c:v>27-Mar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13</c:v>
                </c:pt>
                <c:pt idx="1">
                  <c:v>7</c:v>
                </c:pt>
                <c:pt idx="2">
                  <c:v>8</c:v>
                </c:pt>
                <c:pt idx="3">
                  <c:v>14</c:v>
                </c:pt>
                <c:pt idx="4">
                  <c:v>29</c:v>
                </c:pt>
                <c:pt idx="5">
                  <c:v>31</c:v>
                </c:pt>
                <c:pt idx="6">
                  <c:v>30</c:v>
                </c:pt>
                <c:pt idx="7">
                  <c:v>19</c:v>
                </c:pt>
                <c:pt idx="8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EF-46DC-BB5D-A7162BB3B7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202607654519606"/>
          <c:y val="0.9259858699874165"/>
          <c:w val="0.23038981910541051"/>
          <c:h val="7.4014185726784157E-2"/>
        </c:manualLayout>
      </c:layout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Outstanding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2A-41EA-B2FD-C50B981CE81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02A-41EA-B2FD-C50B981CE81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02A-41EA-B2FD-C50B981CE81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02A-41EA-B2FD-C50B981CE81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02A-41EA-B2FD-C50B981CE81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02A-41EA-B2FD-C50B981CE81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402A-41EA-B2FD-C50B981CE81F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402A-41EA-B2FD-C50B981CE81F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402A-41EA-B2FD-C50B981CE81F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402A-41EA-B2FD-C50B981CE81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NE-KEARNEY_CABELAS</c:v>
                </c:pt>
                <c:pt idx="1">
                  <c:v>NE-JUNIATA</c:v>
                </c:pt>
                <c:pt idx="2">
                  <c:v>NE-WIND_SPRINGS</c:v>
                </c:pt>
                <c:pt idx="3">
                  <c:v>NE-BLUE_HILL</c:v>
                </c:pt>
                <c:pt idx="4">
                  <c:v>NE-WIND_SPRINGS</c:v>
                </c:pt>
                <c:pt idx="5">
                  <c:v>NE-LISCO_TG</c:v>
                </c:pt>
                <c:pt idx="6">
                  <c:v>NE-LISCO</c:v>
                </c:pt>
                <c:pt idx="7">
                  <c:v>NE-SCOTTSBLUFF_COUNTRY_CLUB</c:v>
                </c:pt>
                <c:pt idx="8">
                  <c:v>NE-SCOTTSBLUFF_NORTH</c:v>
                </c:pt>
                <c:pt idx="9">
                  <c:v>NE-GRANT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166</c:v>
                </c:pt>
                <c:pt idx="1">
                  <c:v>119</c:v>
                </c:pt>
                <c:pt idx="2">
                  <c:v>92</c:v>
                </c:pt>
                <c:pt idx="3">
                  <c:v>92</c:v>
                </c:pt>
                <c:pt idx="4">
                  <c:v>77</c:v>
                </c:pt>
                <c:pt idx="5">
                  <c:v>68</c:v>
                </c:pt>
                <c:pt idx="6">
                  <c:v>68</c:v>
                </c:pt>
                <c:pt idx="7">
                  <c:v>58</c:v>
                </c:pt>
                <c:pt idx="8">
                  <c:v>58</c:v>
                </c:pt>
                <c:pt idx="9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02A-41EA-B2FD-C50B981CE8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MZI</c:v>
                </c:pt>
                <c:pt idx="1">
                  <c:v>Mastec</c:v>
                </c:pt>
                <c:pt idx="2">
                  <c:v>Capital Tower</c:v>
                </c:pt>
                <c:pt idx="3">
                  <c:v>Ethos</c:v>
                </c:pt>
                <c:pt idx="4">
                  <c:v>WaveLink</c:v>
                </c:pt>
                <c:pt idx="5">
                  <c:v>Tech CX</c:v>
                </c:pt>
                <c:pt idx="6">
                  <c:v>NV Tel</c:v>
                </c:pt>
                <c:pt idx="7">
                  <c:v>Viking</c:v>
                </c:pt>
                <c:pt idx="8">
                  <c:v>Vikor</c:v>
                </c:pt>
                <c:pt idx="9">
                  <c:v>InSite</c:v>
                </c:pt>
                <c:pt idx="10">
                  <c:v>Site Property</c:v>
                </c:pt>
                <c:pt idx="11">
                  <c:v>Omni</c:v>
                </c:pt>
                <c:pt idx="12">
                  <c:v>Steimel</c:v>
                </c:pt>
                <c:pt idx="13">
                  <c:v>TCE</c:v>
                </c:pt>
                <c:pt idx="14">
                  <c:v>Elite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24</c:v>
                </c:pt>
                <c:pt idx="1">
                  <c:v>17</c:v>
                </c:pt>
                <c:pt idx="2">
                  <c:v>36</c:v>
                </c:pt>
                <c:pt idx="3">
                  <c:v>25</c:v>
                </c:pt>
                <c:pt idx="4">
                  <c:v>26</c:v>
                </c:pt>
                <c:pt idx="5">
                  <c:v>40</c:v>
                </c:pt>
                <c:pt idx="6">
                  <c:v>14</c:v>
                </c:pt>
                <c:pt idx="7">
                  <c:v>17</c:v>
                </c:pt>
                <c:pt idx="8">
                  <c:v>45</c:v>
                </c:pt>
                <c:pt idx="9">
                  <c:v>3</c:v>
                </c:pt>
                <c:pt idx="10">
                  <c:v>21</c:v>
                </c:pt>
                <c:pt idx="11">
                  <c:v>0</c:v>
                </c:pt>
                <c:pt idx="12">
                  <c:v>4</c:v>
                </c:pt>
                <c:pt idx="13">
                  <c:v>6</c:v>
                </c:pt>
                <c:pt idx="1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C8-4322-8A7D-C116C0F1C8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POD Gap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MZI</c:v>
                </c:pt>
                <c:pt idx="1">
                  <c:v>Mastec</c:v>
                </c:pt>
                <c:pt idx="2">
                  <c:v>Capital Tower</c:v>
                </c:pt>
                <c:pt idx="3">
                  <c:v>Ethos</c:v>
                </c:pt>
                <c:pt idx="4">
                  <c:v>WaveLink</c:v>
                </c:pt>
                <c:pt idx="5">
                  <c:v>Tech CX</c:v>
                </c:pt>
                <c:pt idx="6">
                  <c:v>NV Tel</c:v>
                </c:pt>
                <c:pt idx="7">
                  <c:v>Viking</c:v>
                </c:pt>
                <c:pt idx="8">
                  <c:v>Vikor</c:v>
                </c:pt>
                <c:pt idx="9">
                  <c:v>InSite</c:v>
                </c:pt>
                <c:pt idx="10">
                  <c:v>Site Property</c:v>
                </c:pt>
                <c:pt idx="11">
                  <c:v>Omni</c:v>
                </c:pt>
                <c:pt idx="12">
                  <c:v>Steimel</c:v>
                </c:pt>
                <c:pt idx="13">
                  <c:v>TCE</c:v>
                </c:pt>
                <c:pt idx="14">
                  <c:v>Elite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</c:v>
                </c:pt>
                <c:pt idx="1">
                  <c:v>1</c:v>
                </c:pt>
                <c:pt idx="2">
                  <c:v>4</c:v>
                </c:pt>
                <c:pt idx="3">
                  <c:v>0</c:v>
                </c:pt>
                <c:pt idx="4">
                  <c:v>2</c:v>
                </c:pt>
                <c:pt idx="5">
                  <c:v>8</c:v>
                </c:pt>
                <c:pt idx="6">
                  <c:v>2</c:v>
                </c:pt>
                <c:pt idx="7">
                  <c:v>1</c:v>
                </c:pt>
                <c:pt idx="8">
                  <c:v>5</c:v>
                </c:pt>
                <c:pt idx="9">
                  <c:v>1</c:v>
                </c:pt>
                <c:pt idx="10">
                  <c:v>4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C8-4322-8A7D-C116C0F1C8F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MZI</c:v>
                </c:pt>
                <c:pt idx="1">
                  <c:v>Mastec</c:v>
                </c:pt>
                <c:pt idx="2">
                  <c:v>Capital Tower</c:v>
                </c:pt>
                <c:pt idx="3">
                  <c:v>Ethos</c:v>
                </c:pt>
                <c:pt idx="4">
                  <c:v>WaveLink</c:v>
                </c:pt>
                <c:pt idx="5">
                  <c:v>Tech CX</c:v>
                </c:pt>
                <c:pt idx="6">
                  <c:v>NV Tel</c:v>
                </c:pt>
                <c:pt idx="7">
                  <c:v>Viking</c:v>
                </c:pt>
                <c:pt idx="8">
                  <c:v>Vikor</c:v>
                </c:pt>
                <c:pt idx="9">
                  <c:v>InSite</c:v>
                </c:pt>
                <c:pt idx="10">
                  <c:v>Site Property</c:v>
                </c:pt>
                <c:pt idx="11">
                  <c:v>Omni</c:v>
                </c:pt>
                <c:pt idx="12">
                  <c:v>Steimel</c:v>
                </c:pt>
                <c:pt idx="13">
                  <c:v>TCE</c:v>
                </c:pt>
                <c:pt idx="14">
                  <c:v>Elite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9</c:v>
                </c:pt>
                <c:pt idx="1">
                  <c:v>7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C8-4322-8A7D-C116C0F1C8F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777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6C6F9-CA39-EE06-F6D5-E1F1452E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21D03-5242-4A9F-C334-70B774DF9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D24E2-4F31-889A-84A5-E64F22727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4E7B5-7C54-047E-D9FC-11BA019A1C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82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52B9D-7411-90E2-5390-10AD5E252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269C7-0F39-6EF7-03A9-0A7ABFD7E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0DBCB-76C5-CAB1-161A-4A30835A0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81D4D-041A-24AA-AC51-DB27DFBBB0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97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18321-9769-2237-6153-F488D583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66124-9808-EE0C-9AE4-2A3F43DE8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DF542-6ABD-A8B9-9007-93FE08207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2EE5C-AE86-9B82-47FF-B750C07C87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37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40068-419B-84F3-4565-01536DE1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51B39-F1F8-0CC8-FC17-1DE82F004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08A564-A341-D7FE-EBBF-32C4F52D6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75BD4-8668-00F6-9E0A-CCD56BD53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19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CC2DF-26C4-0DE3-1080-6F8A8AAC9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B3C3C-6A67-2A6B-6735-EEF0B78C9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7CED5-07A7-BCBA-7D76-0D061D68E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65C42-D6A4-C406-0673-C5E98CF958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3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E1D9-4C8D-1800-18B4-BDB721F8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D65C6-7364-5CC5-2BE0-DC023EC3D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76350-2C70-F84D-D177-00750DFB4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25578-D015-CAA3-F726-B432D25110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566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7C512-7E74-DDB0-A818-957C0623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03259-C3E6-66B4-1FB3-6FF8395E7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6CBE8-0F6E-5AAD-177D-F0A95C58A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B533C-6725-10F4-DF8A-DAAAC424A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32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A68F1-0A7B-1720-3C2B-28C7B5E3B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84F41-C9B7-6AF3-98EE-F63089A0C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88DAB-3F97-1A5E-4113-E09E2C160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A7948-DB30-1632-E533-1203153C27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9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FA50F-14EF-C474-A9D2-8B1033BB5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08723-1C04-0443-308E-8284551F0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578F6-3DEC-AEB6-FACD-88F7494A9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78F59-F6B8-50EE-7982-7ACB68731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532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4909F-791C-D0AC-53EA-7E3172268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5E96B-1AE1-4EC4-1D16-FC79B2175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5EA95-6639-3294-8FC8-D3EF66DF3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C7AC1-1524-5973-DFF2-325EDB6768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84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59B82-6251-DE4D-3C2C-182F4521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DF1BF-D0A1-EA2A-7D2D-0A1B1E5AD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4DAAB-EE4E-5762-9731-702E69E88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417D6-A41D-E17E-A2E4-A351C5001C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187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108960"/>
            <a:ext cx="9144000" cy="203454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063240"/>
            <a:ext cx="9144000" cy="73152"/>
          </a:xfrm>
          <a:prstGeom prst="rect">
            <a:avLst/>
          </a:prstGeom>
          <a:solidFill>
            <a:srgbClr val="00A0B0"/>
          </a:solidFill>
          <a:ln w="12700">
            <a:solidFill>
              <a:srgbClr val="00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Program</a:t>
            </a: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update</a:t>
            </a:r>
            <a:endParaRPr lang="en-US" sz="300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Viaero Wireless  ·  Nokia Program Team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for 09/29/2026 meeting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914400" y="1097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and NTP Status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57200" y="163677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36776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77393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914400" y="17739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Start and Cx Complete Status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57200" y="231343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313432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4505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914400" y="24505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 Readiness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57200" y="299008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990088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12724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914400" y="3127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 in Progress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457200" y="366674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666744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80390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914400" y="38039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Start look ahead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4861457" y="2324935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5318657" y="2324935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4663440" y="95903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63440" y="959030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63440" y="109619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109619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165530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66390" y="1650730"/>
            <a:ext cx="365760" cy="56692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63440" y="177284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5120640" y="177284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4670814" y="177284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20640" y="1525958"/>
            <a:ext cx="3474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41623" y="4005513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26" name="Shape 40">
            <a:extLst>
              <a:ext uri="{FF2B5EF4-FFF2-40B4-BE49-F238E27FC236}">
                <a16:creationId xmlns:a16="http://schemas.microsoft.com/office/drawing/2014/main" id="{5B33DC7D-2B96-C27A-CAEC-44038A6FE578}"/>
              </a:ext>
            </a:extLst>
          </p:cNvPr>
          <p:cNvSpPr/>
          <p:nvPr/>
        </p:nvSpPr>
        <p:spPr>
          <a:xfrm>
            <a:off x="4663440" y="2977183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/>
          </a:p>
        </p:txBody>
      </p:sp>
      <p:sp>
        <p:nvSpPr>
          <p:cNvPr id="27" name="Shape 41">
            <a:extLst>
              <a:ext uri="{FF2B5EF4-FFF2-40B4-BE49-F238E27FC236}">
                <a16:creationId xmlns:a16="http://schemas.microsoft.com/office/drawing/2014/main" id="{784C4185-1D1F-7F74-86DD-0406C8FA6600}"/>
              </a:ext>
            </a:extLst>
          </p:cNvPr>
          <p:cNvSpPr/>
          <p:nvPr/>
        </p:nvSpPr>
        <p:spPr>
          <a:xfrm>
            <a:off x="4663337" y="2986327"/>
            <a:ext cx="365760" cy="573122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6" name="Text 47">
            <a:extLst>
              <a:ext uri="{FF2B5EF4-FFF2-40B4-BE49-F238E27FC236}">
                <a16:creationId xmlns:a16="http://schemas.microsoft.com/office/drawing/2014/main" id="{41B328FF-40C7-2F47-30DD-44A23A4B9AE8}"/>
              </a:ext>
            </a:extLst>
          </p:cNvPr>
          <p:cNvSpPr/>
          <p:nvPr/>
        </p:nvSpPr>
        <p:spPr>
          <a:xfrm>
            <a:off x="5151015" y="3148032"/>
            <a:ext cx="986161" cy="281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 Review</a:t>
            </a:r>
            <a:endParaRPr lang="en-US" sz="1100" dirty="0"/>
          </a:p>
        </p:txBody>
      </p:sp>
      <p:sp>
        <p:nvSpPr>
          <p:cNvPr id="31" name="Shape 40">
            <a:extLst>
              <a:ext uri="{FF2B5EF4-FFF2-40B4-BE49-F238E27FC236}">
                <a16:creationId xmlns:a16="http://schemas.microsoft.com/office/drawing/2014/main" id="{3CE2D60A-EB77-8729-BC39-3BE1513C71BB}"/>
              </a:ext>
            </a:extLst>
          </p:cNvPr>
          <p:cNvSpPr/>
          <p:nvPr/>
        </p:nvSpPr>
        <p:spPr>
          <a:xfrm>
            <a:off x="4663440" y="3635551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dirty="0"/>
          </a:p>
        </p:txBody>
      </p:sp>
      <p:sp>
        <p:nvSpPr>
          <p:cNvPr id="33" name="Shape 41">
            <a:extLst>
              <a:ext uri="{FF2B5EF4-FFF2-40B4-BE49-F238E27FC236}">
                <a16:creationId xmlns:a16="http://schemas.microsoft.com/office/drawing/2014/main" id="{81211404-4A76-D9C3-C6AE-B07E60DA1D3C}"/>
              </a:ext>
            </a:extLst>
          </p:cNvPr>
          <p:cNvSpPr/>
          <p:nvPr/>
        </p:nvSpPr>
        <p:spPr>
          <a:xfrm>
            <a:off x="4663440" y="3635551"/>
            <a:ext cx="365760" cy="573122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A85C37-F2CD-449F-B6C7-3A56AFE7DCA5}"/>
              </a:ext>
            </a:extLst>
          </p:cNvPr>
          <p:cNvSpPr txBox="1"/>
          <p:nvPr/>
        </p:nvSpPr>
        <p:spPr>
          <a:xfrm>
            <a:off x="5106407" y="3772711"/>
            <a:ext cx="32146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SCOP Review</a:t>
            </a: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72151E31-E05D-8DE1-8A56-5407F298809F}"/>
              </a:ext>
            </a:extLst>
          </p:cNvPr>
          <p:cNvSpPr/>
          <p:nvPr/>
        </p:nvSpPr>
        <p:spPr>
          <a:xfrm>
            <a:off x="4541520" y="4701785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35" name="Shape 40">
            <a:extLst>
              <a:ext uri="{FF2B5EF4-FFF2-40B4-BE49-F238E27FC236}">
                <a16:creationId xmlns:a16="http://schemas.microsoft.com/office/drawing/2014/main" id="{5938BA7D-969F-59E1-DE9D-A82F9D4BF46A}"/>
              </a:ext>
            </a:extLst>
          </p:cNvPr>
          <p:cNvSpPr/>
          <p:nvPr/>
        </p:nvSpPr>
        <p:spPr>
          <a:xfrm>
            <a:off x="4663337" y="4331823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dirty="0"/>
          </a:p>
        </p:txBody>
      </p:sp>
      <p:sp>
        <p:nvSpPr>
          <p:cNvPr id="37" name="Shape 41">
            <a:extLst>
              <a:ext uri="{FF2B5EF4-FFF2-40B4-BE49-F238E27FC236}">
                <a16:creationId xmlns:a16="http://schemas.microsoft.com/office/drawing/2014/main" id="{1C07747C-3912-7D2C-BBBB-EB2E7C7FDE68}"/>
              </a:ext>
            </a:extLst>
          </p:cNvPr>
          <p:cNvSpPr/>
          <p:nvPr/>
        </p:nvSpPr>
        <p:spPr>
          <a:xfrm>
            <a:off x="4663337" y="4331823"/>
            <a:ext cx="365760" cy="573122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EC7327-C646-F5AC-8CAE-BB5839903814}"/>
              </a:ext>
            </a:extLst>
          </p:cNvPr>
          <p:cNvSpPr txBox="1"/>
          <p:nvPr/>
        </p:nvSpPr>
        <p:spPr>
          <a:xfrm>
            <a:off x="5151015" y="4473849"/>
            <a:ext cx="32146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Action Items Log</a:t>
            </a:r>
          </a:p>
        </p:txBody>
      </p:sp>
      <p:sp>
        <p:nvSpPr>
          <p:cNvPr id="54" name="Shape 40">
            <a:extLst>
              <a:ext uri="{FF2B5EF4-FFF2-40B4-BE49-F238E27FC236}">
                <a16:creationId xmlns:a16="http://schemas.microsoft.com/office/drawing/2014/main" id="{BF539EE7-2788-E8A4-0A67-8D4DE8869BCE}"/>
              </a:ext>
            </a:extLst>
          </p:cNvPr>
          <p:cNvSpPr/>
          <p:nvPr/>
        </p:nvSpPr>
        <p:spPr>
          <a:xfrm>
            <a:off x="4663337" y="2291309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dirty="0"/>
          </a:p>
        </p:txBody>
      </p:sp>
      <p:sp>
        <p:nvSpPr>
          <p:cNvPr id="56" name="Shape 41">
            <a:extLst>
              <a:ext uri="{FF2B5EF4-FFF2-40B4-BE49-F238E27FC236}">
                <a16:creationId xmlns:a16="http://schemas.microsoft.com/office/drawing/2014/main" id="{CD0EBC94-F20A-4F7F-2657-F32309AACF19}"/>
              </a:ext>
            </a:extLst>
          </p:cNvPr>
          <p:cNvSpPr/>
          <p:nvPr/>
        </p:nvSpPr>
        <p:spPr>
          <a:xfrm>
            <a:off x="4678577" y="2300453"/>
            <a:ext cx="365760" cy="573122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8" name="Text 47">
            <a:extLst>
              <a:ext uri="{FF2B5EF4-FFF2-40B4-BE49-F238E27FC236}">
                <a16:creationId xmlns:a16="http://schemas.microsoft.com/office/drawing/2014/main" id="{1520CCD3-53E5-7EDD-1D10-A6E01C9F377F}"/>
              </a:ext>
            </a:extLst>
          </p:cNvPr>
          <p:cNvSpPr/>
          <p:nvPr/>
        </p:nvSpPr>
        <p:spPr>
          <a:xfrm>
            <a:off x="5151015" y="2461302"/>
            <a:ext cx="1564678" cy="281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98F36-D7F7-A27F-3AC5-9133086BE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2F0DB4-1324-DFBA-5093-1754A4C18034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AB7F56-AF77-832C-5F67-3065D39A60AC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Dashboard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55A7A2-E12A-5946-9F6C-E2CE2D27DF55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9/15/2026  ·  09/22/2026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56FFDD-9351-F0A7-DEB9-7DE987EFB755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09/22/2026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1A1D61D-06E9-721F-146F-07464B7ADC2E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810D598-00A1-4091-2E20-11BD361ACDF8}"/>
              </a:ext>
            </a:extLst>
          </p:cNvPr>
          <p:cNvSpPr/>
          <p:nvPr/>
        </p:nvSpPr>
        <p:spPr>
          <a:xfrm>
            <a:off x="3791439" y="949503"/>
            <a:ext cx="1463040" cy="14630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E55DCA5-30E7-C2A4-492C-BD4A05871CEB}"/>
              </a:ext>
            </a:extLst>
          </p:cNvPr>
          <p:cNvSpPr/>
          <p:nvPr/>
        </p:nvSpPr>
        <p:spPr>
          <a:xfrm>
            <a:off x="3517119" y="986079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</a:t>
            </a:r>
            <a:endParaRPr lang="en-US" sz="3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6C9538C-2D4F-3728-2F71-238FDD1FFD6F}"/>
              </a:ext>
            </a:extLst>
          </p:cNvPr>
          <p:cNvSpPr/>
          <p:nvPr/>
        </p:nvSpPr>
        <p:spPr>
          <a:xfrm>
            <a:off x="3517119" y="1827327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Starts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3D0556F-9D1A-1DE1-380B-D01D61CF1FC8}"/>
              </a:ext>
            </a:extLst>
          </p:cNvPr>
          <p:cNvSpPr/>
          <p:nvPr/>
        </p:nvSpPr>
        <p:spPr>
          <a:xfrm>
            <a:off x="3791439" y="2156511"/>
            <a:ext cx="1463040" cy="201168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C55CA92-6469-F14B-622A-D2A00313EC95}"/>
              </a:ext>
            </a:extLst>
          </p:cNvPr>
          <p:cNvSpPr/>
          <p:nvPr/>
        </p:nvSpPr>
        <p:spPr>
          <a:xfrm>
            <a:off x="3791439" y="2174799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vs 09/22/2026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3D27260-58E1-9E86-A423-5F14A4A9DC2E}"/>
              </a:ext>
            </a:extLst>
          </p:cNvPr>
          <p:cNvSpPr/>
          <p:nvPr/>
        </p:nvSpPr>
        <p:spPr>
          <a:xfrm>
            <a:off x="5326702" y="949950"/>
            <a:ext cx="1463040" cy="14630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1B3DA2-9290-3BAC-600C-00F590ED2184}"/>
              </a:ext>
            </a:extLst>
          </p:cNvPr>
          <p:cNvSpPr/>
          <p:nvPr/>
        </p:nvSpPr>
        <p:spPr>
          <a:xfrm>
            <a:off x="5052382" y="986526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3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C30F117-5FA3-2224-9710-116B0DE928FE}"/>
              </a:ext>
            </a:extLst>
          </p:cNvPr>
          <p:cNvSpPr/>
          <p:nvPr/>
        </p:nvSpPr>
        <p:spPr>
          <a:xfrm>
            <a:off x="5052382" y="182777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Completions</a:t>
            </a:r>
            <a:endParaRPr lang="en-US" sz="9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2A611AD-2F5B-539D-D2DD-D8AF162A54A6}"/>
              </a:ext>
            </a:extLst>
          </p:cNvPr>
          <p:cNvSpPr/>
          <p:nvPr/>
        </p:nvSpPr>
        <p:spPr>
          <a:xfrm>
            <a:off x="5326702" y="2156958"/>
            <a:ext cx="1463040" cy="201168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3E90F7D-BF71-83CA-6DCF-B0F0F5366E86}"/>
              </a:ext>
            </a:extLst>
          </p:cNvPr>
          <p:cNvSpPr/>
          <p:nvPr/>
        </p:nvSpPr>
        <p:spPr>
          <a:xfrm>
            <a:off x="5326702" y="217524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vs 09/22/2026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701AABA-CD37-DA77-5852-4586FCAF65B5}"/>
              </a:ext>
            </a:extLst>
          </p:cNvPr>
          <p:cNvSpPr/>
          <p:nvPr/>
        </p:nvSpPr>
        <p:spPr>
          <a:xfrm>
            <a:off x="6854679" y="950355"/>
            <a:ext cx="1463040" cy="1463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FFBED8F-D326-F5EB-AFCA-9EE76C8FEC5F}"/>
              </a:ext>
            </a:extLst>
          </p:cNvPr>
          <p:cNvSpPr/>
          <p:nvPr/>
        </p:nvSpPr>
        <p:spPr>
          <a:xfrm>
            <a:off x="6580359" y="986931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4F507F-C13E-BFE9-F072-9BDA9F1D5373}"/>
              </a:ext>
            </a:extLst>
          </p:cNvPr>
          <p:cNvSpPr/>
          <p:nvPr/>
        </p:nvSpPr>
        <p:spPr>
          <a:xfrm>
            <a:off x="6580359" y="1828179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 in Progress</a:t>
            </a:r>
            <a:endParaRPr lang="en-US" sz="9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AEE353F-4691-2290-B8A5-FD0CC272F3C7}"/>
              </a:ext>
            </a:extLst>
          </p:cNvPr>
          <p:cNvSpPr/>
          <p:nvPr/>
        </p:nvSpPr>
        <p:spPr>
          <a:xfrm>
            <a:off x="6854679" y="2163392"/>
            <a:ext cx="1463040" cy="201168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44BC652-B48B-48E3-9544-2F43E5D5BB34}"/>
              </a:ext>
            </a:extLst>
          </p:cNvPr>
          <p:cNvSpPr/>
          <p:nvPr/>
        </p:nvSpPr>
        <p:spPr>
          <a:xfrm>
            <a:off x="6854679" y="218168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vs 09/22/2026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FDF3244-53D3-8769-9C22-3D396855F7D5}"/>
              </a:ext>
            </a:extLst>
          </p:cNvPr>
          <p:cNvSpPr/>
          <p:nvPr/>
        </p:nvSpPr>
        <p:spPr>
          <a:xfrm>
            <a:off x="2263462" y="949950"/>
            <a:ext cx="1463040" cy="14630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EC3943E-CDA0-FD00-2BB6-D777E00420C1}"/>
              </a:ext>
            </a:extLst>
          </p:cNvPr>
          <p:cNvSpPr/>
          <p:nvPr/>
        </p:nvSpPr>
        <p:spPr>
          <a:xfrm>
            <a:off x="1989142" y="986526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6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46F7145-E092-0A87-51BF-14F377802218}"/>
              </a:ext>
            </a:extLst>
          </p:cNvPr>
          <p:cNvSpPr/>
          <p:nvPr/>
        </p:nvSpPr>
        <p:spPr>
          <a:xfrm>
            <a:off x="1989142" y="182777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NTPs Issued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05FDFD9-F006-7AAA-6580-E8D7A4B59A08}"/>
              </a:ext>
            </a:extLst>
          </p:cNvPr>
          <p:cNvSpPr/>
          <p:nvPr/>
        </p:nvSpPr>
        <p:spPr>
          <a:xfrm>
            <a:off x="2256176" y="2168987"/>
            <a:ext cx="1463040" cy="201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6F99A8-CBA8-96A5-1D4A-B9F576F20C9B}"/>
              </a:ext>
            </a:extLst>
          </p:cNvPr>
          <p:cNvSpPr/>
          <p:nvPr/>
        </p:nvSpPr>
        <p:spPr>
          <a:xfrm>
            <a:off x="2263462" y="217524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vs 09/22/2026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6E5B48B7-A084-EB6B-ED0F-30DC24D76A38}"/>
              </a:ext>
            </a:extLst>
          </p:cNvPr>
          <p:cNvSpPr/>
          <p:nvPr/>
        </p:nvSpPr>
        <p:spPr>
          <a:xfrm>
            <a:off x="299096" y="2922564"/>
            <a:ext cx="8605083" cy="27432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3EF05EDC-C2FA-2BA4-F4F8-3194B14FCD7C}"/>
              </a:ext>
            </a:extLst>
          </p:cNvPr>
          <p:cNvSpPr/>
          <p:nvPr/>
        </p:nvSpPr>
        <p:spPr>
          <a:xfrm>
            <a:off x="274320" y="29454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Construction Completed: 173 of 242 HOPs (71%) – 69 HOPs Remaining</a:t>
            </a:r>
            <a:endParaRPr lang="en-US" sz="950" dirty="0"/>
          </a:p>
        </p:txBody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97C2F6E2-04BD-E52A-E372-22B5F756D19E}"/>
              </a:ext>
            </a:extLst>
          </p:cNvPr>
          <p:cNvSpPr/>
          <p:nvPr/>
        </p:nvSpPr>
        <p:spPr>
          <a:xfrm>
            <a:off x="5391639" y="20908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/>
          </a:p>
        </p:txBody>
      </p:sp>
      <p:sp>
        <p:nvSpPr>
          <p:cNvPr id="51" name="Text 31">
            <a:extLst>
              <a:ext uri="{FF2B5EF4-FFF2-40B4-BE49-F238E27FC236}">
                <a16:creationId xmlns:a16="http://schemas.microsoft.com/office/drawing/2014/main" id="{5DD9585D-7E30-3812-72BE-1135BF2AE469}"/>
              </a:ext>
            </a:extLst>
          </p:cNvPr>
          <p:cNvSpPr/>
          <p:nvPr/>
        </p:nvSpPr>
        <p:spPr>
          <a:xfrm>
            <a:off x="8345817" y="2829509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53" name="Text 35">
            <a:extLst>
              <a:ext uri="{FF2B5EF4-FFF2-40B4-BE49-F238E27FC236}">
                <a16:creationId xmlns:a16="http://schemas.microsoft.com/office/drawing/2014/main" id="{167F1669-7F9E-89B5-752F-812DF69ACC75}"/>
              </a:ext>
            </a:extLst>
          </p:cNvPr>
          <p:cNvSpPr/>
          <p:nvPr/>
        </p:nvSpPr>
        <p:spPr>
          <a:xfrm>
            <a:off x="5391639" y="22829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/>
          </a:p>
        </p:txBody>
      </p:sp>
      <p:sp>
        <p:nvSpPr>
          <p:cNvPr id="56" name="Text 36">
            <a:extLst>
              <a:ext uri="{FF2B5EF4-FFF2-40B4-BE49-F238E27FC236}">
                <a16:creationId xmlns:a16="http://schemas.microsoft.com/office/drawing/2014/main" id="{8410C403-1A98-FE3E-0FE5-C09E8ECAE0CD}"/>
              </a:ext>
            </a:extLst>
          </p:cNvPr>
          <p:cNvSpPr/>
          <p:nvPr/>
        </p:nvSpPr>
        <p:spPr>
          <a:xfrm>
            <a:off x="8345817" y="3021533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58" name="Text 40">
            <a:extLst>
              <a:ext uri="{FF2B5EF4-FFF2-40B4-BE49-F238E27FC236}">
                <a16:creationId xmlns:a16="http://schemas.microsoft.com/office/drawing/2014/main" id="{32A9D336-510B-1DE4-8268-488B4B42B161}"/>
              </a:ext>
            </a:extLst>
          </p:cNvPr>
          <p:cNvSpPr/>
          <p:nvPr/>
        </p:nvSpPr>
        <p:spPr>
          <a:xfrm>
            <a:off x="5391639" y="24749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/>
          </a:p>
        </p:txBody>
      </p:sp>
      <p:sp>
        <p:nvSpPr>
          <p:cNvPr id="61" name="Text 41">
            <a:extLst>
              <a:ext uri="{FF2B5EF4-FFF2-40B4-BE49-F238E27FC236}">
                <a16:creationId xmlns:a16="http://schemas.microsoft.com/office/drawing/2014/main" id="{9BCFF378-5B4C-D153-4C96-52322E96301E}"/>
              </a:ext>
            </a:extLst>
          </p:cNvPr>
          <p:cNvSpPr/>
          <p:nvPr/>
        </p:nvSpPr>
        <p:spPr>
          <a:xfrm>
            <a:off x="8345817" y="3213557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63" name="Shape 42">
            <a:extLst>
              <a:ext uri="{FF2B5EF4-FFF2-40B4-BE49-F238E27FC236}">
                <a16:creationId xmlns:a16="http://schemas.microsoft.com/office/drawing/2014/main" id="{8FB606D9-B2EA-2339-4002-481C03A20CDD}"/>
              </a:ext>
            </a:extLst>
          </p:cNvPr>
          <p:cNvSpPr/>
          <p:nvPr/>
        </p:nvSpPr>
        <p:spPr>
          <a:xfrm>
            <a:off x="299097" y="3268421"/>
            <a:ext cx="8595360" cy="256032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43">
            <a:extLst>
              <a:ext uri="{FF2B5EF4-FFF2-40B4-BE49-F238E27FC236}">
                <a16:creationId xmlns:a16="http://schemas.microsoft.com/office/drawing/2014/main" id="{7984A721-5FA1-8D8E-AACE-A43CF68017D3}"/>
              </a:ext>
            </a:extLst>
          </p:cNvPr>
          <p:cNvSpPr/>
          <p:nvPr/>
        </p:nvSpPr>
        <p:spPr>
          <a:xfrm>
            <a:off x="390537" y="3276771"/>
            <a:ext cx="8229600" cy="199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Start Changes by Month</a:t>
            </a:r>
            <a:endParaRPr lang="en-US" sz="950" dirty="0"/>
          </a:p>
        </p:txBody>
      </p:sp>
      <p:sp>
        <p:nvSpPr>
          <p:cNvPr id="67" name="Shape 44">
            <a:extLst>
              <a:ext uri="{FF2B5EF4-FFF2-40B4-BE49-F238E27FC236}">
                <a16:creationId xmlns:a16="http://schemas.microsoft.com/office/drawing/2014/main" id="{FAEF7D1B-02CB-E9BB-F3C2-552B0591FEF3}"/>
              </a:ext>
            </a:extLst>
          </p:cNvPr>
          <p:cNvSpPr/>
          <p:nvPr/>
        </p:nvSpPr>
        <p:spPr>
          <a:xfrm>
            <a:off x="329763" y="4236961"/>
            <a:ext cx="8595360" cy="25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46">
            <a:extLst>
              <a:ext uri="{FF2B5EF4-FFF2-40B4-BE49-F238E27FC236}">
                <a16:creationId xmlns:a16="http://schemas.microsoft.com/office/drawing/2014/main" id="{ACD2E41E-8C96-2DF3-907E-829A7D024B73}"/>
              </a:ext>
            </a:extLst>
          </p:cNvPr>
          <p:cNvSpPr/>
          <p:nvPr/>
        </p:nvSpPr>
        <p:spPr>
          <a:xfrm>
            <a:off x="308819" y="3572731"/>
            <a:ext cx="8595360" cy="25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POR:  24 of 25 HOPs with NTP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47">
            <a:extLst>
              <a:ext uri="{FF2B5EF4-FFF2-40B4-BE49-F238E27FC236}">
                <a16:creationId xmlns:a16="http://schemas.microsoft.com/office/drawing/2014/main" id="{6723BA75-4C63-A62E-4AAD-AB1810424DDF}"/>
              </a:ext>
            </a:extLst>
          </p:cNvPr>
          <p:cNvSpPr/>
          <p:nvPr/>
        </p:nvSpPr>
        <p:spPr>
          <a:xfrm>
            <a:off x="304987" y="423655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POR:  5 of 20 Hops with NTPs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3" name="Text 41">
            <a:extLst>
              <a:ext uri="{FF2B5EF4-FFF2-40B4-BE49-F238E27FC236}">
                <a16:creationId xmlns:a16="http://schemas.microsoft.com/office/drawing/2014/main" id="{A37F4D61-0918-5A19-E5C1-A1D4789CB29E}"/>
              </a:ext>
            </a:extLst>
          </p:cNvPr>
          <p:cNvSpPr/>
          <p:nvPr/>
        </p:nvSpPr>
        <p:spPr>
          <a:xfrm>
            <a:off x="8345817" y="3405581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75" name="Text 41">
            <a:extLst>
              <a:ext uri="{FF2B5EF4-FFF2-40B4-BE49-F238E27FC236}">
                <a16:creationId xmlns:a16="http://schemas.microsoft.com/office/drawing/2014/main" id="{F395A253-76FE-32B7-D014-B37CF18A1492}"/>
              </a:ext>
            </a:extLst>
          </p:cNvPr>
          <p:cNvSpPr/>
          <p:nvPr/>
        </p:nvSpPr>
        <p:spPr>
          <a:xfrm>
            <a:off x="8376484" y="4251931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77" name="Text 47">
            <a:extLst>
              <a:ext uri="{FF2B5EF4-FFF2-40B4-BE49-F238E27FC236}">
                <a16:creationId xmlns:a16="http://schemas.microsoft.com/office/drawing/2014/main" id="{BF3ED1BB-C352-8E60-07F7-376714F08455}"/>
              </a:ext>
            </a:extLst>
          </p:cNvPr>
          <p:cNvSpPr/>
          <p:nvPr/>
        </p:nvSpPr>
        <p:spPr>
          <a:xfrm>
            <a:off x="284043" y="3572731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9" name="Shape 44">
            <a:extLst>
              <a:ext uri="{FF2B5EF4-FFF2-40B4-BE49-F238E27FC236}">
                <a16:creationId xmlns:a16="http://schemas.microsoft.com/office/drawing/2014/main" id="{E3C313F0-D9C3-DC41-CA8D-3CFEBC25C8BC}"/>
              </a:ext>
            </a:extLst>
          </p:cNvPr>
          <p:cNvSpPr/>
          <p:nvPr/>
        </p:nvSpPr>
        <p:spPr>
          <a:xfrm>
            <a:off x="318542" y="3901871"/>
            <a:ext cx="8595360" cy="25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47">
            <a:extLst>
              <a:ext uri="{FF2B5EF4-FFF2-40B4-BE49-F238E27FC236}">
                <a16:creationId xmlns:a16="http://schemas.microsoft.com/office/drawing/2014/main" id="{B22A95EC-6A80-A50D-B51F-E3950D12322B}"/>
              </a:ext>
            </a:extLst>
          </p:cNvPr>
          <p:cNvSpPr/>
          <p:nvPr/>
        </p:nvSpPr>
        <p:spPr>
          <a:xfrm>
            <a:off x="299098" y="3920159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POR:  10 of 25 Hops with NTPs</a:t>
            </a:r>
          </a:p>
        </p:txBody>
      </p:sp>
      <p:sp>
        <p:nvSpPr>
          <p:cNvPr id="83" name="Shape 25">
            <a:extLst>
              <a:ext uri="{FF2B5EF4-FFF2-40B4-BE49-F238E27FC236}">
                <a16:creationId xmlns:a16="http://schemas.microsoft.com/office/drawing/2014/main" id="{CE8A6FBA-3929-F7F4-CE30-4924166F16BF}"/>
              </a:ext>
            </a:extLst>
          </p:cNvPr>
          <p:cNvSpPr/>
          <p:nvPr/>
        </p:nvSpPr>
        <p:spPr>
          <a:xfrm>
            <a:off x="299097" y="2575913"/>
            <a:ext cx="8605082" cy="27432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8AD7CAB7-526A-2DDC-CF15-BA32478CF082}"/>
              </a:ext>
            </a:extLst>
          </p:cNvPr>
          <p:cNvSpPr/>
          <p:nvPr/>
        </p:nvSpPr>
        <p:spPr>
          <a:xfrm>
            <a:off x="274320" y="259216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233 HOPs assigned to Nokia – Red Flag 9/21/2026, Terry provided addition 9 pending red flag. Total 242</a:t>
            </a:r>
            <a:endParaRPr lang="en-US" sz="950" dirty="0"/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FB0799B8-2323-7479-21EE-B8C37571793C}"/>
              </a:ext>
            </a:extLst>
          </p:cNvPr>
          <p:cNvSpPr/>
          <p:nvPr/>
        </p:nvSpPr>
        <p:spPr>
          <a:xfrm>
            <a:off x="728875" y="950355"/>
            <a:ext cx="1463040" cy="14630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02B279D6-C973-037E-55B2-7F93484E1352}"/>
              </a:ext>
            </a:extLst>
          </p:cNvPr>
          <p:cNvSpPr/>
          <p:nvPr/>
        </p:nvSpPr>
        <p:spPr>
          <a:xfrm>
            <a:off x="471380" y="993627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</a:t>
            </a:r>
            <a:endParaRPr lang="en-US" sz="360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09ACED67-B225-7397-2DE8-150F38AADC9E}"/>
              </a:ext>
            </a:extLst>
          </p:cNvPr>
          <p:cNvSpPr/>
          <p:nvPr/>
        </p:nvSpPr>
        <p:spPr>
          <a:xfrm>
            <a:off x="471380" y="1834875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Assigned Hops</a:t>
            </a:r>
            <a:endParaRPr lang="en-US" sz="900" dirty="0"/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317D6F2A-52F9-3B3E-6D50-85D420891760}"/>
              </a:ext>
            </a:extLst>
          </p:cNvPr>
          <p:cNvSpPr/>
          <p:nvPr/>
        </p:nvSpPr>
        <p:spPr>
          <a:xfrm>
            <a:off x="728875" y="2157363"/>
            <a:ext cx="1463040" cy="201168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C3FB683B-0AB4-93A7-5E4D-D3D144334B6B}"/>
              </a:ext>
            </a:extLst>
          </p:cNvPr>
          <p:cNvSpPr/>
          <p:nvPr/>
        </p:nvSpPr>
        <p:spPr>
          <a:xfrm>
            <a:off x="728875" y="2175651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 Pending Red Flag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67701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1E0F4-3E5A-DFD6-F979-B1C90A0F5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F5BC45-E403-30E5-6163-362CB398004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0D2D22-DFFB-42E5-B0E0-FF440CA90CF9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Start Status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4DAAE4-D8F2-CA70-E8F2-6EDE49B9CB43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· Forecast = MS15 Implementation Start F </a:t>
            </a:r>
            <a:endParaRPr lang="en-US"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DA61F0-8726-FFBA-8905-3EFBE3889EE2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D79B1D-1DAE-64DD-5822-3586CA7258AB}"/>
              </a:ext>
            </a:extLst>
          </p:cNvPr>
          <p:cNvSpPr/>
          <p:nvPr/>
        </p:nvSpPr>
        <p:spPr>
          <a:xfrm>
            <a:off x="0" y="4952597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69EF19C-1797-D990-4C76-2A713B5AC962}"/>
              </a:ext>
            </a:extLst>
          </p:cNvPr>
          <p:cNvSpPr/>
          <p:nvPr/>
        </p:nvSpPr>
        <p:spPr>
          <a:xfrm>
            <a:off x="4160520" y="908501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Starts</a:t>
            </a:r>
            <a:endParaRPr lang="en-US" sz="100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FE56C52C-AF0D-4FD6-7234-3AE5DF6CAD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316689"/>
              </p:ext>
            </p:extLst>
          </p:nvPr>
        </p:nvGraphicFramePr>
        <p:xfrm>
          <a:off x="969264" y="1132972"/>
          <a:ext cx="7205472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7">
            <a:extLst>
              <a:ext uri="{FF2B5EF4-FFF2-40B4-BE49-F238E27FC236}">
                <a16:creationId xmlns:a16="http://schemas.microsoft.com/office/drawing/2014/main" id="{4C9D1160-7EE5-B9FD-ECEC-4729EE447CD4}"/>
              </a:ext>
            </a:extLst>
          </p:cNvPr>
          <p:cNvSpPr/>
          <p:nvPr/>
        </p:nvSpPr>
        <p:spPr>
          <a:xfrm>
            <a:off x="274320" y="3882749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1B96AE3-4D93-4CD0-EECB-BE04E14C79BD}"/>
              </a:ext>
            </a:extLst>
          </p:cNvPr>
          <p:cNvSpPr/>
          <p:nvPr/>
        </p:nvSpPr>
        <p:spPr>
          <a:xfrm>
            <a:off x="274320" y="3882749"/>
            <a:ext cx="64008" cy="1005840"/>
          </a:xfrm>
          <a:prstGeom prst="rect">
            <a:avLst/>
          </a:prstGeom>
          <a:solidFill>
            <a:srgbClr val="00A0B0"/>
          </a:solidFill>
          <a:ln w="12700">
            <a:solidFill>
              <a:srgbClr val="00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09E34A2-9622-2EEE-573A-347DE41FF4A5}"/>
              </a:ext>
            </a:extLst>
          </p:cNvPr>
          <p:cNvSpPr/>
          <p:nvPr/>
        </p:nvSpPr>
        <p:spPr>
          <a:xfrm>
            <a:off x="411480" y="3919325"/>
            <a:ext cx="832104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fontAlgn="base"/>
            <a:r>
              <a:rPr lang="en-US" sz="900" b="1" dirty="0">
                <a:solidFill>
                  <a:srgbClr val="4472C4"/>
                </a:solidFill>
                <a:latin typeface="Calibri" panose="020F0502020204030204" pitchFamily="34" charset="0"/>
              </a:rPr>
              <a:t>Monthly construction start activity for qualified HOPs with NTP issued and materials received.</a:t>
            </a: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 – 25 F Starts, 25 qualified, 23 started</a:t>
            </a: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Nebraska only – 5 Starts remaining</a:t>
            </a:r>
          </a:p>
          <a:p>
            <a:pPr marL="1085850" lvl="2" indent="-17145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have NTP </a:t>
            </a:r>
          </a:p>
          <a:p>
            <a:pPr marL="1085850" lvl="2" indent="-17145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pending NTP and/or blockers.</a:t>
            </a:r>
          </a:p>
          <a:p>
            <a:pPr marL="1085850" lvl="2" indent="-17145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starting on or before 10/5.</a:t>
            </a:r>
          </a:p>
          <a:p>
            <a:pPr lvl="2">
              <a:spcAft>
                <a:spcPts val="200"/>
              </a:spcAft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46789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Complete Status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· Completions = MS16 Implementation Ends F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09/22/2026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9" name="Text 6"/>
          <p:cNvSpPr/>
          <p:nvPr/>
        </p:nvSpPr>
        <p:spPr>
          <a:xfrm>
            <a:off x="3684147" y="85953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Completes</a:t>
            </a:r>
            <a:endParaRPr lang="en-US" sz="1000"/>
          </a:p>
        </p:txBody>
      </p:sp>
      <p:graphicFrame>
        <p:nvGraphicFramePr>
          <p:cNvPr id="10" name="Chart 1"/>
          <p:cNvGraphicFramePr/>
          <p:nvPr>
            <p:extLst>
              <p:ext uri="{D42A27DB-BD31-4B8C-83A1-F6EECF244321}">
                <p14:modId xmlns:p14="http://schemas.microsoft.com/office/powerpoint/2010/main" val="4091110677"/>
              </p:ext>
            </p:extLst>
          </p:nvPr>
        </p:nvGraphicFramePr>
        <p:xfrm>
          <a:off x="981357" y="1165860"/>
          <a:ext cx="7034981" cy="2793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4027785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56032" y="4027785"/>
            <a:ext cx="64008" cy="1005840"/>
          </a:xfrm>
          <a:prstGeom prst="rect">
            <a:avLst/>
          </a:prstGeom>
          <a:solidFill>
            <a:srgbClr val="00A0B0"/>
          </a:solidFill>
          <a:ln w="12700">
            <a:solidFill>
              <a:srgbClr val="00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38328" y="4027785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fontAlgn="base"/>
            <a:r>
              <a:rPr lang="en-US" sz="900" b="1" dirty="0">
                <a:solidFill>
                  <a:srgbClr val="4472C4"/>
                </a:solidFill>
                <a:latin typeface="Calibri" panose="020F0502020204030204" pitchFamily="34" charset="0"/>
              </a:rPr>
              <a:t>Monthly construction start activity for qualified HOPs with NTP issued and materials received.</a:t>
            </a: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 – 25 F Completed, 25 qualified</a:t>
            </a: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Nebraska only – 11 completions remaining</a:t>
            </a:r>
          </a:p>
          <a:p>
            <a:pPr marL="1085850" lvl="2" indent="-17145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are in progress</a:t>
            </a:r>
          </a:p>
          <a:p>
            <a:pPr marL="1085850" lvl="2" indent="-17145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remaining to start; all expected to start on or before 10/05, and complete before 10/15.</a:t>
            </a:r>
            <a:endParaRPr lang="en-US" sz="900" dirty="0"/>
          </a:p>
          <a:p>
            <a:pPr>
              <a:spcAft>
                <a:spcPts val="200"/>
              </a:spcAft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 Readiness, Power Needed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started (last 7 days)  ·  8 forecast (next 7 days)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74320" y="886968"/>
            <a:ext cx="8595360" cy="256032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Started — MSS Ready or Ready Soon (4)</a:t>
            </a:r>
            <a:endParaRPr lang="en-US" sz="9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845567"/>
              </p:ext>
            </p:extLst>
          </p:nvPr>
        </p:nvGraphicFramePr>
        <p:xfrm>
          <a:off x="940439" y="1207008"/>
          <a:ext cx="6949440" cy="15544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Viaero Ops Mgr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Cx 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CX Notes / Live Status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 dirty="0">
                          <a:solidFill>
                            <a:schemeClr val="tx1"/>
                          </a:solidFill>
                        </a:rPr>
                        <a:t>NE-GI_UNION_PACIFIC-NE-GI_INDUSTRIAL_PARK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Ready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09/23/2026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800"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CO-ALAMOSA-CO-ALAMOSA_HOSP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dirty="0">
                          <a:solidFill>
                            <a:schemeClr val="tx1"/>
                          </a:solidFill>
                        </a:rPr>
                        <a:t>S. Jordan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Ready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09/25/2026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800"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NE-LEXINGTON_TG-NE-LEXINGTON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dirty="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</a:rPr>
                        <a:t>Ready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0" dirty="0">
                          <a:solidFill>
                            <a:schemeClr val="tx1"/>
                          </a:solidFill>
                        </a:rPr>
                        <a:t>09/25/2026</a:t>
                      </a:r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800"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CO-PRITCHETT_NORTH-CO-NINE_MILE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dirty="0"/>
                        <a:t>S. Jordan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dirty="0"/>
                        <a:t>Ready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dirty="0"/>
                        <a:t>09/25/2026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9/29: Completed</a:t>
                      </a:r>
                      <a:endParaRPr sz="800" dirty="0"/>
                    </a:p>
                  </a:txBody>
                  <a:tcPr>
                    <a:lnL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DD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Start Look ahead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starts in the 7-day look-ahead  ·  09/29/2026 – 09/29/2026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8595360" cy="384048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326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starts in the 7-day look-ahead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796812"/>
              </p:ext>
            </p:extLst>
          </p:nvPr>
        </p:nvGraphicFramePr>
        <p:xfrm>
          <a:off x="888274" y="1316736"/>
          <a:ext cx="7367451" cy="30449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961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536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Fc 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Site CM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Viaero Ops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CO-HOOPER-CO-CENTER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09/30/2026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Steve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S. Jordan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NTP Complete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NE-GI_INDUSTRIAL_PARK-NE-GILTNER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09/30/2026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Chris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NTP Complete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NE-ALLIANCE_HOSP-NE-ALLIANCE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10/01/2026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Steve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B. Brumbaugh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Hosp pending LL approval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NE-LEXINGTON_DT-NE-LEXINGTON_NORTH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10/02/2026</a:t>
                      </a:r>
                      <a:endParaRPr lang="en-US" sz="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Chris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NTP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</a:rPr>
                        <a:t>NE-BROKEN_BOW_NW-NE-BROKEN_BOW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10/02/2026</a:t>
                      </a:r>
                      <a:endParaRPr lang="en-US" sz="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Tom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C. Bolton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i="1">
                          <a:solidFill>
                            <a:schemeClr val="tx1"/>
                          </a:solidFill>
                        </a:rPr>
                        <a:t>NTP Complete</a:t>
                      </a:r>
                      <a:endParaRPr lang="en-US" sz="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CO-BLANCA_WEST-CO-ALAMOSA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10/05/2026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Chris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S. Jordan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NE-CEDAR_BLUFF-KS-OBERLIN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80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b="1" kern="1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10/05/2026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George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C. Bolton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</a:rPr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b="1" dirty="0">
                          <a:solidFill>
                            <a:schemeClr val="tx1"/>
                          </a:solidFill>
                        </a:rPr>
                        <a:t>CO-MANZANOLA_DT-CO-MANZANOLA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8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sz="800" b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10/06/2026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Steve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S. Jordan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LLD approval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 in Progress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HOPs started · Green=On Track · Yellow=At Risk · Red=Escalation · ⚑=Needs Attention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0" y="4885403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93100211-95F3-CC27-0CAE-AEFFF218D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003122"/>
              </p:ext>
            </p:extLst>
          </p:nvPr>
        </p:nvGraphicFramePr>
        <p:xfrm>
          <a:off x="992089" y="877824"/>
          <a:ext cx="7100351" cy="4385312"/>
        </p:xfrm>
        <a:graphic>
          <a:graphicData uri="http://schemas.openxmlformats.org/drawingml/2006/table">
            <a:tbl>
              <a:tblPr/>
              <a:tblGrid>
                <a:gridCol w="2598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582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65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Cx 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Fc 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 / Live Status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NE-BURWELL_DT_HUB-NE-BURWELL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09/01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F6FBF"/>
                          </a:solidFill>
                        </a:rPr>
                        <a:t>09/29/26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	Couldnt get on the site until today due to the event over weekend. Crew will be on site today and compl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NE-KEARNEY_MALL-NE-KEARNEY_CAMPUS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09/30/26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9/28/2026: (CJ) 	Waiting on Chris B to let us know if we can move forward. | 9/23/2026: (CJ) 	Talked with SS, the got in 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NE-MERRITT_RESERVOIR-NE-VALENTINE_SOUTH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09/17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09/30/26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Meeting Chris B this morning at 10 at Valentine south. Tracking for HOT cut. | 9/24/2026: (CJ) Valentine 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CO-PUEBLO_BYPASS-CO-ABBEY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09/18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09/30/26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9/23/2026:(CJ) after 2 previous HOPS GC will complete this one by end of month.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CO-ALAMOSA-CO-ALAMOSA_SALES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10/01/26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9/28/2026; (CJ) 	If weather holds we will be able completed. | 9/24/2026: (CJ) On track | 9/23/2026:(CJ) Weather not looking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★ NE-GI_UNION_PACIFIC-NE-GI_INDUSTRIAL_PARK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09/23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10/02/26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9/23/2026: (CJ) Working on the industrial side of this HOP. SS is on the Union specific. They working it as well and nee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NE-GI_INDUSTRIAL_PARK-NE-GIBBON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09/14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10/03/26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	Material picked up on Saturday and tracking 10/3. | 9/24/2026: (CJ) Material expect in by 9/25. at the co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CO-STERLING_DT-CO-STERLING_FG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09/17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10/05/26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9/24/2026: (CJ) Crew has Sterling DT prepped and ready to go waiting on Samsung | 9/17: start on DT side today, will do </a:t>
                      </a:r>
                      <a:r>
                        <a:rPr lang="en-US" sz="700" dirty="0" err="1"/>
                        <a:t>sh</a:t>
                      </a: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★ NE-LEXINGTON_TG-NE-LEXINGTON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09/25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10/05/26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9/28/2026: (CJ) Tower MOD is still in progress on the Lexington TG. Crew working on the Lexington side and punch lists .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★ CO-PRITCHETT_NORTH-CO-NINE_MILE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217346"/>
                          </a:solidFill>
                        </a:rPr>
                        <a:t>09/25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10/05/26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9/23/2026: (CJ) Material being picked up today from warehouse and ITW if approved. | 9/21/2026:(CJ) Scheduled to pick up 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7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1A2E"/>
                          </a:solidFill>
                        </a:rPr>
                        <a:t>★ CO-ALAMOSA-CO-ALAMOSA_HOSP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17346"/>
                          </a:solidFill>
                        </a:rPr>
                        <a:t>09/25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F6FBF"/>
                          </a:solidFill>
                        </a:rPr>
                        <a:t>10/07/26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9/28/2026: (CJ) Worked the Alamosa side while we wait on the Hosp. Approval. | 9/17: pending feedback from Kyle, green lig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6D08C-7A3B-6123-F3C3-DB997DB94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9A04E4-49C8-B3FB-97F5-B255C283E50F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3220A6-12C5-1AC9-42D3-33418E12ED52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Forecasted September POR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9CC308-DB1C-2247-DF59-4D7F45C26E33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Plan of Record</a:t>
            </a:r>
            <a:endParaRPr lang="en-US"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41B8FC-05B3-39BF-FD04-EEDD8FC9D077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AB7F0C-1365-67E7-C8FB-9B656BC995C0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959A75D-4103-9141-6813-F1F77CFCEACE}"/>
              </a:ext>
            </a:extLst>
          </p:cNvPr>
          <p:cNvSpPr/>
          <p:nvPr/>
        </p:nvSpPr>
        <p:spPr>
          <a:xfrm>
            <a:off x="274320" y="960120"/>
            <a:ext cx="2651760" cy="12344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712EB38-2852-C4D7-A674-52A74DD56EA0}"/>
              </a:ext>
            </a:extLst>
          </p:cNvPr>
          <p:cNvSpPr/>
          <p:nvPr/>
        </p:nvSpPr>
        <p:spPr>
          <a:xfrm>
            <a:off x="2743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124191"/>
                </a:solidFill>
              </a:rPr>
              <a:t>25</a:t>
            </a:r>
            <a:endParaRPr lang="en-US" sz="3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EDE005-6D9E-4033-7605-D0DF3247BEF6}"/>
              </a:ext>
            </a:extLst>
          </p:cNvPr>
          <p:cNvSpPr/>
          <p:nvPr/>
        </p:nvSpPr>
        <p:spPr>
          <a:xfrm>
            <a:off x="2743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 HOPs</a:t>
            </a:r>
            <a:endParaRPr lang="en-US" sz="9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87E092D-BDE8-585D-B64D-0EB674C8A806}"/>
              </a:ext>
            </a:extLst>
          </p:cNvPr>
          <p:cNvSpPr/>
          <p:nvPr/>
        </p:nvSpPr>
        <p:spPr>
          <a:xfrm>
            <a:off x="3246120" y="960120"/>
            <a:ext cx="2651760" cy="12344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287F31A-BF71-AE9D-6781-264A624DDA9C}"/>
              </a:ext>
            </a:extLst>
          </p:cNvPr>
          <p:cNvSpPr/>
          <p:nvPr/>
        </p:nvSpPr>
        <p:spPr>
          <a:xfrm>
            <a:off x="32461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217346"/>
                </a:solidFill>
              </a:rPr>
              <a:t>24</a:t>
            </a:r>
            <a:endParaRPr lang="en-US" sz="3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C35EE5A-01BF-C24C-02C9-B267C71D3DF4}"/>
              </a:ext>
            </a:extLst>
          </p:cNvPr>
          <p:cNvSpPr/>
          <p:nvPr/>
        </p:nvSpPr>
        <p:spPr>
          <a:xfrm>
            <a:off x="32461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NTP</a:t>
            </a:r>
            <a:endParaRPr lang="en-US" sz="9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936D261-0359-1B5B-F21B-B8B7365411CB}"/>
              </a:ext>
            </a:extLst>
          </p:cNvPr>
          <p:cNvSpPr/>
          <p:nvPr/>
        </p:nvSpPr>
        <p:spPr>
          <a:xfrm>
            <a:off x="6217920" y="960120"/>
            <a:ext cx="2377440" cy="1234440"/>
          </a:xfrm>
          <a:prstGeom prst="rect">
            <a:avLst/>
          </a:prstGeom>
          <a:solidFill>
            <a:srgbClr val="FFF2CC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7930F25-A1F8-6125-626E-3F2570EEE767}"/>
              </a:ext>
            </a:extLst>
          </p:cNvPr>
          <p:cNvSpPr/>
          <p:nvPr/>
        </p:nvSpPr>
        <p:spPr>
          <a:xfrm>
            <a:off x="6217920" y="996696"/>
            <a:ext cx="237744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D4860A"/>
                </a:solidFill>
              </a:rPr>
              <a:t>1</a:t>
            </a:r>
            <a:endParaRPr lang="en-US" sz="3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D0E043E-A423-36A0-FA02-FA50C218D7EF}"/>
              </a:ext>
            </a:extLst>
          </p:cNvPr>
          <p:cNvSpPr/>
          <p:nvPr/>
        </p:nvSpPr>
        <p:spPr>
          <a:xfrm>
            <a:off x="6217920" y="1700784"/>
            <a:ext cx="23774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NTP</a:t>
            </a:r>
            <a:endParaRPr lang="en-US" sz="9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915E140-E748-F051-77EA-018EB397C97F}"/>
              </a:ext>
            </a:extLst>
          </p:cNvPr>
          <p:cNvSpPr/>
          <p:nvPr/>
        </p:nvSpPr>
        <p:spPr>
          <a:xfrm>
            <a:off x="274320" y="2331720"/>
            <a:ext cx="8595360" cy="310896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A63D3BD-AF53-FBDA-CBCE-629CC07B3A52}"/>
              </a:ext>
            </a:extLst>
          </p:cNvPr>
          <p:cNvSpPr/>
          <p:nvPr/>
        </p:nvSpPr>
        <p:spPr>
          <a:xfrm>
            <a:off x="411480" y="23682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</a:t>
            </a:r>
            <a:endParaRPr lang="en-US"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CAD1BF1-26C3-E615-CAF5-D157958D67E3}"/>
              </a:ext>
            </a:extLst>
          </p:cNvPr>
          <p:cNvSpPr/>
          <p:nvPr/>
        </p:nvSpPr>
        <p:spPr>
          <a:xfrm>
            <a:off x="27432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0CCD682-75E2-37AF-6EA2-7E3EE15EFD5A}"/>
              </a:ext>
            </a:extLst>
          </p:cNvPr>
          <p:cNvSpPr/>
          <p:nvPr/>
        </p:nvSpPr>
        <p:spPr>
          <a:xfrm>
            <a:off x="274320" y="2697480"/>
            <a:ext cx="2743200" cy="1828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E7FA85B-FB76-465E-E9F5-FA67A015CD1A}"/>
              </a:ext>
            </a:extLst>
          </p:cNvPr>
          <p:cNvSpPr/>
          <p:nvPr/>
        </p:nvSpPr>
        <p:spPr>
          <a:xfrm>
            <a:off x="27432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24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90B1DA6-DACF-D8E9-C7F4-977E91214ED8}"/>
              </a:ext>
            </a:extLst>
          </p:cNvPr>
          <p:cNvSpPr/>
          <p:nvPr/>
        </p:nvSpPr>
        <p:spPr>
          <a:xfrm>
            <a:off x="2743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- High Confidence</a:t>
            </a:r>
            <a:endParaRPr lang="en-US" sz="9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A84029A-F120-42CF-58AF-46E2EAAAEA26}"/>
              </a:ext>
            </a:extLst>
          </p:cNvPr>
          <p:cNvSpPr/>
          <p:nvPr/>
        </p:nvSpPr>
        <p:spPr>
          <a:xfrm>
            <a:off x="315468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6D20D29-1428-ACD8-A50C-8F7B0E291CFB}"/>
              </a:ext>
            </a:extLst>
          </p:cNvPr>
          <p:cNvSpPr/>
          <p:nvPr/>
        </p:nvSpPr>
        <p:spPr>
          <a:xfrm>
            <a:off x="3154680" y="2697480"/>
            <a:ext cx="2743200" cy="1828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4D8D556-044F-3112-F8E5-8D5412F1E4BD}"/>
              </a:ext>
            </a:extLst>
          </p:cNvPr>
          <p:cNvSpPr/>
          <p:nvPr/>
        </p:nvSpPr>
        <p:spPr>
          <a:xfrm>
            <a:off x="315468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/>
              <a:t>1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9A9E4B2-FB69-FAE3-E5FB-A5F425753495}"/>
              </a:ext>
            </a:extLst>
          </p:cNvPr>
          <p:cNvSpPr/>
          <p:nvPr/>
        </p:nvSpPr>
        <p:spPr>
          <a:xfrm>
            <a:off x="31546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- Medium Risk</a:t>
            </a:r>
            <a:endParaRPr lang="en-US" sz="9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F7C5C04-451D-63CC-709C-23F050C2D9FA}"/>
              </a:ext>
            </a:extLst>
          </p:cNvPr>
          <p:cNvSpPr/>
          <p:nvPr/>
        </p:nvSpPr>
        <p:spPr>
          <a:xfrm>
            <a:off x="603504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D924947-65A6-7BFF-E1A2-0CB07E40BABE}"/>
              </a:ext>
            </a:extLst>
          </p:cNvPr>
          <p:cNvSpPr/>
          <p:nvPr/>
        </p:nvSpPr>
        <p:spPr>
          <a:xfrm>
            <a:off x="6035040" y="2697480"/>
            <a:ext cx="2743200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CD7FFD9-4941-67D7-DB95-2E7163ED14BF}"/>
              </a:ext>
            </a:extLst>
          </p:cNvPr>
          <p:cNvSpPr/>
          <p:nvPr/>
        </p:nvSpPr>
        <p:spPr>
          <a:xfrm>
            <a:off x="603504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/>
              <a:t>0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F004838-A388-FFBD-E4B3-5505B211E35F}"/>
              </a:ext>
            </a:extLst>
          </p:cNvPr>
          <p:cNvSpPr/>
          <p:nvPr/>
        </p:nvSpPr>
        <p:spPr>
          <a:xfrm>
            <a:off x="60350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- High Risk</a:t>
            </a:r>
            <a:endParaRPr lang="en-US" sz="9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3FA811A-5994-231D-1FB6-07251B08CCBE}"/>
              </a:ext>
            </a:extLst>
          </p:cNvPr>
          <p:cNvSpPr/>
          <p:nvPr/>
        </p:nvSpPr>
        <p:spPr>
          <a:xfrm>
            <a:off x="274320" y="3785616"/>
            <a:ext cx="859536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CC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B9C9D8E-6904-0028-002E-2001B9E7E2CB}"/>
              </a:ext>
            </a:extLst>
          </p:cNvPr>
          <p:cNvSpPr/>
          <p:nvPr/>
        </p:nvSpPr>
        <p:spPr>
          <a:xfrm>
            <a:off x="411480" y="38496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/>
              <a:t>24 with NTP of 25 POR  ·  1 pending NTP</a:t>
            </a:r>
          </a:p>
        </p:txBody>
      </p:sp>
    </p:spTree>
    <p:extLst>
      <p:ext uri="{BB962C8B-B14F-4D97-AF65-F5344CB8AC3E}">
        <p14:creationId xmlns:p14="http://schemas.microsoft.com/office/powerpoint/2010/main" val="1224337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31F77-63D5-08B5-9BD0-F8FC654D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F635A9-7746-C430-641A-24E1766935F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1126F5-63BC-04E8-F027-FF8D26AD9DC3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with NTP of 25 POR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9D3B04-4813-5181-88C9-AE22C790C750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 with NTPs</a:t>
            </a:r>
            <a:endParaRPr lang="en-US"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319923-F5D5-B880-B3FF-79FDFC9CFA7A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03ABEA-CE17-40E2-D8EF-878BE9A45A4F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B8417265-0398-F825-2EFD-C42DD00D4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031181"/>
              </p:ext>
            </p:extLst>
          </p:nvPr>
        </p:nvGraphicFramePr>
        <p:xfrm>
          <a:off x="788670" y="877824"/>
          <a:ext cx="7566660" cy="6187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745318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Mat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Status / Notes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NE-BURWELL_DT_HUB-NE-BURWELL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NE-GERING_DT-NE-GERING_NORTH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NE-HOBIN-NE-SWAN_LAKE_NORTH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CO-ANTONITO_DT-CO-ANTONITO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352119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NE-ONEILL-NE-MIDWAY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0567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CO-ROMEO_DT-CO-MANASSA_NW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48954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NE-JOHNSTOWN-NE-VALENTINE_SOUTH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complete. New tower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65928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CO-MONTE_VISTA-CO-ALAMOSA_SALES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09/09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29205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NE-KEARNEY_ALLTELL-NE-KEARNEY_CAMPUS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23236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NE-HASTINGS_NORTH-NE-HASTINGS_NAPA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62569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NE-GI_INDUSTRIAL_PARK-NE-GIBBON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633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NE-COLUMBUS_SW-NE-COLUMBUS_DT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9061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NE-STAPLETON-NE-THEDFORD_SOUTH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59469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NE-LEXINGTON_HS-NE-LEXINGTON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54234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CO-ALAMOSA-CO-ALAMOSA_SALES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7225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NE-MERRITT_RESERVOIR-NE-VALENTINE_SOUTH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8227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NE-KEARNEY_MALL-NE-KEARNEY_CAMPUS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617346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CO-PUEBLO_BYPASS-CO-ABBEY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09/18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 Action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2843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NE-GI_UNION_PACIFIC-NE-GI_INDUSTRIAL_PARK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SBA stacking tower now - ready 9/14/26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64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CO-ALAMOSA-CO-ALAMOSA_HOSP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ITW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Complete. Hosp Pending LL approval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57994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NE-LEXINGTON_TG-NE-LEXINGTON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50783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CO-PRITCHETT_NORTH-CO-NINE_MILE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09/25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8809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CO-HOOPER-CO-CENTER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07429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NE-GI_INDUSTRIAL_PARK-NE-GILTNER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09/30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906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354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57EB8-6DCB-2F97-F3D9-9E9525A8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03572D-7984-C930-5D06-44F3D966298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30FCCB-D1CA-1E1B-2BC5-D83495908DE7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25 pending NTP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FB0760-68F0-AAA4-6074-8D68B0E52768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POR Pending NTPs</a:t>
            </a:r>
            <a:endParaRPr lang="en-US" sz="9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0386F2-45AC-5582-B5DF-35E3B4607C95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BBBB1EA-9170-8279-9358-D538C6A5B8DF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27CF3FA-F675-F777-F24B-9824979E27ED}"/>
              </a:ext>
            </a:extLst>
          </p:cNvPr>
          <p:cNvSpPr/>
          <p:nvPr/>
        </p:nvSpPr>
        <p:spPr>
          <a:xfrm>
            <a:off x="274320" y="886968"/>
            <a:ext cx="8595360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FA95A35-F27E-F30C-01A6-92F821783971}"/>
              </a:ext>
            </a:extLst>
          </p:cNvPr>
          <p:cNvSpPr/>
          <p:nvPr/>
        </p:nvSpPr>
        <p:spPr>
          <a:xfrm>
            <a:off x="384048" y="905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Blockers (1)  —  ITW · Samsung · Viaero</a:t>
            </a:r>
            <a:endParaRPr lang="en-US" sz="850"/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A4549E77-A2D6-61D1-584D-0478F444A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07421"/>
              </p:ext>
            </p:extLst>
          </p:nvPr>
        </p:nvGraphicFramePr>
        <p:xfrm>
          <a:off x="274320" y="1152144"/>
          <a:ext cx="7680960" cy="6705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CO-STERLING_DT-CO-STERLING_FG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09/17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Samsung/ITW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FG: Samsung Combo CDs rejected 9/2, then ITW 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dirty="0"/>
                        <a:t>9/22/2026: Received the CDs from SS on 9/14 and </a:t>
                      </a:r>
                      <a:r>
                        <a:rPr sz="800" dirty="0" err="1"/>
                        <a:t>submitt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20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62765-53EF-C88C-D503-A75C1CA87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1B643A-5AF0-3DC9-E2F7-F995409F5C5A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6CBA69-670C-4A6E-4233-82FE0441F083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Forecasted October POR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4F1646-444E-8C72-01A0-319EA5666F22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Plan of Record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4EA226-4CB5-21D9-0CA5-A06F23E9B1CF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C1ADE2-BFA0-4D83-CB90-7D2E352B016A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E34BD6A-9820-437B-B5AA-4BA53357D19D}"/>
              </a:ext>
            </a:extLst>
          </p:cNvPr>
          <p:cNvSpPr/>
          <p:nvPr/>
        </p:nvSpPr>
        <p:spPr>
          <a:xfrm>
            <a:off x="274320" y="960120"/>
            <a:ext cx="2651760" cy="12344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B16211-00C8-D993-3C8C-85ADDD3B905F}"/>
              </a:ext>
            </a:extLst>
          </p:cNvPr>
          <p:cNvSpPr/>
          <p:nvPr/>
        </p:nvSpPr>
        <p:spPr>
          <a:xfrm>
            <a:off x="2743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124191"/>
                </a:solidFill>
              </a:rPr>
              <a:t>25</a:t>
            </a:r>
            <a:endParaRPr lang="en-US" sz="3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506533-D34C-AD36-039D-B28522A98F9A}"/>
              </a:ext>
            </a:extLst>
          </p:cNvPr>
          <p:cNvSpPr/>
          <p:nvPr/>
        </p:nvSpPr>
        <p:spPr>
          <a:xfrm>
            <a:off x="2743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 HOPs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EA29567-4F32-3C58-DF65-FA0F7D7024FA}"/>
              </a:ext>
            </a:extLst>
          </p:cNvPr>
          <p:cNvSpPr/>
          <p:nvPr/>
        </p:nvSpPr>
        <p:spPr>
          <a:xfrm>
            <a:off x="3246120" y="960120"/>
            <a:ext cx="2651760" cy="12344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F97FC4D-855B-4A85-686D-2F61D62D70BD}"/>
              </a:ext>
            </a:extLst>
          </p:cNvPr>
          <p:cNvSpPr/>
          <p:nvPr/>
        </p:nvSpPr>
        <p:spPr>
          <a:xfrm>
            <a:off x="32461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217346"/>
                </a:solidFill>
              </a:rPr>
              <a:t>10</a:t>
            </a:r>
            <a:endParaRPr lang="en-US" sz="3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960890D-7EEA-390A-A024-73A297367B1A}"/>
              </a:ext>
            </a:extLst>
          </p:cNvPr>
          <p:cNvSpPr/>
          <p:nvPr/>
        </p:nvSpPr>
        <p:spPr>
          <a:xfrm>
            <a:off x="32461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NTP</a:t>
            </a:r>
            <a:endParaRPr lang="en-US" sz="9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04BEAC4-E19C-FBB9-65B9-9881468A5651}"/>
              </a:ext>
            </a:extLst>
          </p:cNvPr>
          <p:cNvSpPr/>
          <p:nvPr/>
        </p:nvSpPr>
        <p:spPr>
          <a:xfrm>
            <a:off x="6217920" y="960120"/>
            <a:ext cx="2377440" cy="1234440"/>
          </a:xfrm>
          <a:prstGeom prst="rect">
            <a:avLst/>
          </a:prstGeom>
          <a:solidFill>
            <a:srgbClr val="FFF2CC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2F603D8-3DFB-D746-281D-21B4E5F4CF6C}"/>
              </a:ext>
            </a:extLst>
          </p:cNvPr>
          <p:cNvSpPr/>
          <p:nvPr/>
        </p:nvSpPr>
        <p:spPr>
          <a:xfrm>
            <a:off x="6217920" y="996696"/>
            <a:ext cx="237744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D4860A"/>
                </a:solidFill>
              </a:rPr>
              <a:t>15</a:t>
            </a:r>
            <a:endParaRPr lang="en-US" sz="3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FFB0BDE-5FEB-90E8-1586-C370A2A1CF68}"/>
              </a:ext>
            </a:extLst>
          </p:cNvPr>
          <p:cNvSpPr/>
          <p:nvPr/>
        </p:nvSpPr>
        <p:spPr>
          <a:xfrm>
            <a:off x="6217920" y="1700784"/>
            <a:ext cx="23774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NTP</a:t>
            </a:r>
            <a:endParaRPr lang="en-US" sz="9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F207B1D-516B-A67F-00EB-FF5F056D80FF}"/>
              </a:ext>
            </a:extLst>
          </p:cNvPr>
          <p:cNvSpPr/>
          <p:nvPr/>
        </p:nvSpPr>
        <p:spPr>
          <a:xfrm>
            <a:off x="274320" y="2331720"/>
            <a:ext cx="8595360" cy="310896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E6BA32C-6D15-55FE-AD5E-B1F51C6AD638}"/>
              </a:ext>
            </a:extLst>
          </p:cNvPr>
          <p:cNvSpPr/>
          <p:nvPr/>
        </p:nvSpPr>
        <p:spPr>
          <a:xfrm>
            <a:off x="411480" y="23682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</a:t>
            </a:r>
            <a:endParaRPr lang="en-US"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80ABB1F-B41D-D3C2-7FF0-4A179B2021AB}"/>
              </a:ext>
            </a:extLst>
          </p:cNvPr>
          <p:cNvSpPr/>
          <p:nvPr/>
        </p:nvSpPr>
        <p:spPr>
          <a:xfrm>
            <a:off x="27432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35548AD-DBD0-85E8-1B30-1F37E5474768}"/>
              </a:ext>
            </a:extLst>
          </p:cNvPr>
          <p:cNvSpPr/>
          <p:nvPr/>
        </p:nvSpPr>
        <p:spPr>
          <a:xfrm>
            <a:off x="274320" y="2697480"/>
            <a:ext cx="2743200" cy="1828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9E00739-73D1-8A33-EC40-93E561719C1C}"/>
              </a:ext>
            </a:extLst>
          </p:cNvPr>
          <p:cNvSpPr/>
          <p:nvPr/>
        </p:nvSpPr>
        <p:spPr>
          <a:xfrm>
            <a:off x="27432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10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B2F7B09-A69B-59E8-E693-39D650BCDFBF}"/>
              </a:ext>
            </a:extLst>
          </p:cNvPr>
          <p:cNvSpPr/>
          <p:nvPr/>
        </p:nvSpPr>
        <p:spPr>
          <a:xfrm>
            <a:off x="2743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- High Confidence</a:t>
            </a:r>
            <a:endParaRPr lang="en-US" sz="9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D3E35AF-197E-ED38-983B-76576DE83CFF}"/>
              </a:ext>
            </a:extLst>
          </p:cNvPr>
          <p:cNvSpPr/>
          <p:nvPr/>
        </p:nvSpPr>
        <p:spPr>
          <a:xfrm>
            <a:off x="315468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F591471-FDC0-0173-96EB-4121E81E1386}"/>
              </a:ext>
            </a:extLst>
          </p:cNvPr>
          <p:cNvSpPr/>
          <p:nvPr/>
        </p:nvSpPr>
        <p:spPr>
          <a:xfrm>
            <a:off x="3154680" y="2697480"/>
            <a:ext cx="2743200" cy="1828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5F7A72A-8AD5-1F9B-DE87-57E46D93BD74}"/>
              </a:ext>
            </a:extLst>
          </p:cNvPr>
          <p:cNvSpPr/>
          <p:nvPr/>
        </p:nvSpPr>
        <p:spPr>
          <a:xfrm>
            <a:off x="315468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/>
              <a:t>4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9DD089F-B1EF-8989-E14F-0032675CB9A1}"/>
              </a:ext>
            </a:extLst>
          </p:cNvPr>
          <p:cNvSpPr/>
          <p:nvPr/>
        </p:nvSpPr>
        <p:spPr>
          <a:xfrm>
            <a:off x="31546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- Medium Risk</a:t>
            </a:r>
            <a:endParaRPr lang="en-US" sz="9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B99E550-D7FC-5200-09B0-1740BB161296}"/>
              </a:ext>
            </a:extLst>
          </p:cNvPr>
          <p:cNvSpPr/>
          <p:nvPr/>
        </p:nvSpPr>
        <p:spPr>
          <a:xfrm>
            <a:off x="603504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C1CAE89-4298-FE81-706C-3ED4DD880E4C}"/>
              </a:ext>
            </a:extLst>
          </p:cNvPr>
          <p:cNvSpPr/>
          <p:nvPr/>
        </p:nvSpPr>
        <p:spPr>
          <a:xfrm>
            <a:off x="6035040" y="2697480"/>
            <a:ext cx="2743200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C7BE64A-AE7E-501D-722B-F7054C9F9D00}"/>
              </a:ext>
            </a:extLst>
          </p:cNvPr>
          <p:cNvSpPr/>
          <p:nvPr/>
        </p:nvSpPr>
        <p:spPr>
          <a:xfrm>
            <a:off x="603504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/>
              <a:t>11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4E61685-1129-F0A8-6E5A-CBC585BCC0FC}"/>
              </a:ext>
            </a:extLst>
          </p:cNvPr>
          <p:cNvSpPr/>
          <p:nvPr/>
        </p:nvSpPr>
        <p:spPr>
          <a:xfrm>
            <a:off x="60350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- High Risk</a:t>
            </a:r>
            <a:endParaRPr lang="en-US" sz="9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114BDDD-64EB-5477-BFCC-6A0329CD5BEB}"/>
              </a:ext>
            </a:extLst>
          </p:cNvPr>
          <p:cNvSpPr/>
          <p:nvPr/>
        </p:nvSpPr>
        <p:spPr>
          <a:xfrm>
            <a:off x="274320" y="3785616"/>
            <a:ext cx="859536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CC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ECD7319-CD35-9BFD-64D5-A363DF83B28C}"/>
              </a:ext>
            </a:extLst>
          </p:cNvPr>
          <p:cNvSpPr/>
          <p:nvPr/>
        </p:nvSpPr>
        <p:spPr>
          <a:xfrm>
            <a:off x="411480" y="38496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/>
              <a:t>10 with NTP of 25 POR  ·  15 pending NTP</a:t>
            </a:r>
          </a:p>
        </p:txBody>
      </p:sp>
    </p:spTree>
    <p:extLst>
      <p:ext uri="{BB962C8B-B14F-4D97-AF65-F5344CB8AC3E}">
        <p14:creationId xmlns:p14="http://schemas.microsoft.com/office/powerpoint/2010/main" val="4226695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70FC8-F89D-0988-B4FF-2E45D53B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20F6C7-AAF8-D926-EB4C-1E335A4AA61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80DAE8-AB67-D55B-1B0A-EED93FC406E2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with NTP of 25 POR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789443-A0BE-6931-7A5E-937C9BCB98D1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 with NTPs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033D62-8929-FE50-8D04-E6926E9BAAED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864ACB-8AFD-CEDC-7CCF-C7E23E3350CB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F3AD322D-1C29-7562-830B-249221AF8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060153"/>
              </p:ext>
            </p:extLst>
          </p:nvPr>
        </p:nvGraphicFramePr>
        <p:xfrm>
          <a:off x="228600" y="868680"/>
          <a:ext cx="7566660" cy="2590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745318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Mat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Status / Notes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NE-ALLIANCE_HOSP-NE-ALLIANCE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10/01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10/11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ITW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Hosp pending LL approval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NE-BROKEN_BOW_NW-NE-BROKEN_BOW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10/02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10/12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CO-BLANCA_WEST-CO-ALAMOSA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NE-CEDAR_BLUFF-KS-OBERLIN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10/15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5328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CO-MANZANOLA-CO-FOWLER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10/08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10/18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52794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CO-MOFFAT-CO-HOOPER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15701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CO-CENTER-CO-SAGUACHE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55833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CO-RUSH-CO-FOWLER_NORTH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534295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CO-SANFORD-CO-LA_JARA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10/22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10/30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78095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CO-MANZANOLA-CO-ROCKY_FORD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10/24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11/03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382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4874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B50A0-971F-246A-38FB-7E3D6F4AF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6CE952-4882-F218-AEF8-EFDFE5B750E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A1EFA2-063B-B1CE-FF32-E7FD3D18E655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25 pending NTP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A4BA03-F2B4-2A39-3292-927E33DDFB32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POR Pending NTPs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D99CEA-34E4-A9EE-5B3E-6DAB46560410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0216B3-F805-72FC-F850-41DC57AAEAA2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36F434A-0178-B106-07A3-7D9F67241FA1}"/>
              </a:ext>
            </a:extLst>
          </p:cNvPr>
          <p:cNvSpPr/>
          <p:nvPr/>
        </p:nvSpPr>
        <p:spPr>
          <a:xfrm>
            <a:off x="274320" y="886968"/>
            <a:ext cx="8595360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36B8ED-8FA8-D16B-5810-9035C6394A5E}"/>
              </a:ext>
            </a:extLst>
          </p:cNvPr>
          <p:cNvSpPr/>
          <p:nvPr/>
        </p:nvSpPr>
        <p:spPr>
          <a:xfrm>
            <a:off x="384048" y="905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Blockers (11)  —  ITW · Samsung · Viaero</a:t>
            </a:r>
            <a:endParaRPr lang="en-US" sz="850"/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7EFA7DCD-7FD4-7548-7422-95323BC51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558770"/>
              </p:ext>
            </p:extLst>
          </p:nvPr>
        </p:nvGraphicFramePr>
        <p:xfrm>
          <a:off x="274320" y="1152144"/>
          <a:ext cx="7680960" cy="302514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NE-LEXINGTON_DT-NE-LEXINGTON_NORTH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10/02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10/12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9/22/2026: Approved by Wes.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CO-MANZANOLA_DT-CO-MANZANOLA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10/06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10/16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WY-TORRINGTON_SOUTH-WY-TORRINGTON_DT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dirty="0"/>
                        <a:t>10/08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10/18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ITW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DT - pending Vertical Bridge approval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dirty="0"/>
                        <a:t>9/22/2026: Still in review with VB.  | 9/8/2026: Still pe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CO-HUGHES-CO-KIRK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dirty="0"/>
                        <a:t>10/10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10/20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Viaero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service assignment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KS-GREAT_BEND_CENTRAL-KS-ELLINWOOD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dirty="0"/>
                        <a:t>10/11</a:t>
                      </a: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10/21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Nokia &amp; Viaero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LLD approval.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KS-ATWOOD-KS-MIDWAY_KS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10/15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KS-MIDWAY_KS-KS-OBERLIN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10/15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KS-PHILLIPSBURG-KS-WALNUT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10/18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10/28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KS-PRAIRIE_VIEW-KS-PHILLIPSBURG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10/21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10/31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CO-GRANGER-CO-HANNA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10/26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21125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CO-CROOK-CO-SEDGWICK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10/26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11/05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service assignment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150733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6FF90929-2EE2-4B63-9735-FA5E427D95B0}"/>
              </a:ext>
            </a:extLst>
          </p:cNvPr>
          <p:cNvSpPr/>
          <p:nvPr/>
        </p:nvSpPr>
        <p:spPr>
          <a:xfrm>
            <a:off x="274320" y="4494276"/>
            <a:ext cx="8595360" cy="23774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069E34B-F86E-4A61-0927-DB5312185CD9}"/>
              </a:ext>
            </a:extLst>
          </p:cNvPr>
          <p:cNvSpPr/>
          <p:nvPr/>
        </p:nvSpPr>
        <p:spPr>
          <a:xfrm>
            <a:off x="384048" y="45217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Team Actions (4)</a:t>
            </a:r>
            <a:endParaRPr lang="en-US" sz="850"/>
          </a:p>
        </p:txBody>
      </p:sp>
      <p:graphicFrame>
        <p:nvGraphicFramePr>
          <p:cNvPr id="43" name="Table 1">
            <a:extLst>
              <a:ext uri="{FF2B5EF4-FFF2-40B4-BE49-F238E27FC236}">
                <a16:creationId xmlns:a16="http://schemas.microsoft.com/office/drawing/2014/main" id="{1CC7F4DE-9619-C094-EAEF-5029A3CA2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141122"/>
              </p:ext>
            </p:extLst>
          </p:nvPr>
        </p:nvGraphicFramePr>
        <p:xfrm>
          <a:off x="228600" y="4764902"/>
          <a:ext cx="7680960" cy="13563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CO-TOBE_SW-CO-TREMENTINA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10/21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10/31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KS-HAYS_EAST-KS-HAYS_NW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10/21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10/31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submittal.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KS-BUNKER_HILL-KS-DORRANCE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10/25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11/04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submittal.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KS-GOODLAND-KS-BREWSTER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10/29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11/08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WP &amp; LLD submittal.  Pending ITW reso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 dirty="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720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64DD7-8194-4128-1AEE-1BFD043E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EAC5A8-400B-5D37-8A7B-8F471CF0C7C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F7E820-CD9B-2ECD-8D71-0639237BC811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Forecasted November POR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692127-5CDB-5126-DD43-EB941E442B9E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Plan of Record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DE6FCC-92C5-954C-8F8E-BBF8E4A8ED82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D7FF876-2518-F949-4ACD-4EF9D75A437A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E4AE981-8C33-17F1-0743-6C041625B7B7}"/>
              </a:ext>
            </a:extLst>
          </p:cNvPr>
          <p:cNvSpPr/>
          <p:nvPr/>
        </p:nvSpPr>
        <p:spPr>
          <a:xfrm>
            <a:off x="274320" y="960120"/>
            <a:ext cx="2651760" cy="1234440"/>
          </a:xfrm>
          <a:prstGeom prst="rect">
            <a:avLst/>
          </a:prstGeom>
          <a:solidFill>
            <a:srgbClr val="D6E4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8A7F10-B1DA-2595-0E98-F51C50B4E4BB}"/>
              </a:ext>
            </a:extLst>
          </p:cNvPr>
          <p:cNvSpPr/>
          <p:nvPr/>
        </p:nvSpPr>
        <p:spPr>
          <a:xfrm>
            <a:off x="2743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124191"/>
                </a:solidFill>
              </a:rPr>
              <a:t>20</a:t>
            </a:r>
            <a:endParaRPr lang="en-US" sz="3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710E4C9-96F8-703E-78AF-192C7CEA601A}"/>
              </a:ext>
            </a:extLst>
          </p:cNvPr>
          <p:cNvSpPr/>
          <p:nvPr/>
        </p:nvSpPr>
        <p:spPr>
          <a:xfrm>
            <a:off x="2743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 HOPs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DEFCF75-208D-BEC7-DC83-F0CB21F33171}"/>
              </a:ext>
            </a:extLst>
          </p:cNvPr>
          <p:cNvSpPr/>
          <p:nvPr/>
        </p:nvSpPr>
        <p:spPr>
          <a:xfrm>
            <a:off x="3246120" y="960120"/>
            <a:ext cx="2651760" cy="1234440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620CC26-AA46-C94B-2209-F91283B0A214}"/>
              </a:ext>
            </a:extLst>
          </p:cNvPr>
          <p:cNvSpPr/>
          <p:nvPr/>
        </p:nvSpPr>
        <p:spPr>
          <a:xfrm>
            <a:off x="3246120" y="996696"/>
            <a:ext cx="265176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217346"/>
                </a:solidFill>
              </a:rPr>
              <a:t>5</a:t>
            </a:r>
            <a:endParaRPr lang="en-US" sz="3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2E8E128-3707-1AAB-7FF0-997A0A342D69}"/>
              </a:ext>
            </a:extLst>
          </p:cNvPr>
          <p:cNvSpPr/>
          <p:nvPr/>
        </p:nvSpPr>
        <p:spPr>
          <a:xfrm>
            <a:off x="3246120" y="1700784"/>
            <a:ext cx="265176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NTP</a:t>
            </a:r>
            <a:endParaRPr lang="en-US" sz="9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2EA62CA-3EE3-BA5F-4A3A-21033BDB4D1B}"/>
              </a:ext>
            </a:extLst>
          </p:cNvPr>
          <p:cNvSpPr/>
          <p:nvPr/>
        </p:nvSpPr>
        <p:spPr>
          <a:xfrm>
            <a:off x="6217920" y="960120"/>
            <a:ext cx="2377440" cy="1234440"/>
          </a:xfrm>
          <a:prstGeom prst="rect">
            <a:avLst/>
          </a:prstGeom>
          <a:solidFill>
            <a:srgbClr val="FFF2CC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C262B11-C375-02FE-5CA9-BCA3FA9607A0}"/>
              </a:ext>
            </a:extLst>
          </p:cNvPr>
          <p:cNvSpPr/>
          <p:nvPr/>
        </p:nvSpPr>
        <p:spPr>
          <a:xfrm>
            <a:off x="6217920" y="996696"/>
            <a:ext cx="2377440" cy="69128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>
                <a:solidFill>
                  <a:srgbClr val="D4860A"/>
                </a:solidFill>
              </a:rPr>
              <a:t>15</a:t>
            </a:r>
            <a:endParaRPr lang="en-US" sz="3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85C21A0-C346-2C9E-838F-DF3A8480804C}"/>
              </a:ext>
            </a:extLst>
          </p:cNvPr>
          <p:cNvSpPr/>
          <p:nvPr/>
        </p:nvSpPr>
        <p:spPr>
          <a:xfrm>
            <a:off x="6217920" y="1700784"/>
            <a:ext cx="23774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NTP</a:t>
            </a:r>
            <a:endParaRPr lang="en-US" sz="9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CC3C1C4-9C2F-98D4-F2AF-CDE1BE5C2D00}"/>
              </a:ext>
            </a:extLst>
          </p:cNvPr>
          <p:cNvSpPr/>
          <p:nvPr/>
        </p:nvSpPr>
        <p:spPr>
          <a:xfrm>
            <a:off x="274320" y="2331720"/>
            <a:ext cx="8595360" cy="310896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ED68CB4-3ED7-CEB3-940E-969798EEAFFC}"/>
              </a:ext>
            </a:extLst>
          </p:cNvPr>
          <p:cNvSpPr/>
          <p:nvPr/>
        </p:nvSpPr>
        <p:spPr>
          <a:xfrm>
            <a:off x="411480" y="23682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</a:t>
            </a:r>
            <a:endParaRPr lang="en-US"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6C76BB6-9977-8CAB-B4CE-A332C1848AB1}"/>
              </a:ext>
            </a:extLst>
          </p:cNvPr>
          <p:cNvSpPr/>
          <p:nvPr/>
        </p:nvSpPr>
        <p:spPr>
          <a:xfrm>
            <a:off x="27432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1EF6C3D-3CE1-A9E1-E443-3A222426FF87}"/>
              </a:ext>
            </a:extLst>
          </p:cNvPr>
          <p:cNvSpPr/>
          <p:nvPr/>
        </p:nvSpPr>
        <p:spPr>
          <a:xfrm>
            <a:off x="274320" y="2697480"/>
            <a:ext cx="2743200" cy="1828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37DCD80-D766-E3CA-5288-28F93BB48A83}"/>
              </a:ext>
            </a:extLst>
          </p:cNvPr>
          <p:cNvSpPr/>
          <p:nvPr/>
        </p:nvSpPr>
        <p:spPr>
          <a:xfrm>
            <a:off x="27432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5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CBF5300-A170-2C05-B896-9FAADAF272AB}"/>
              </a:ext>
            </a:extLst>
          </p:cNvPr>
          <p:cNvSpPr/>
          <p:nvPr/>
        </p:nvSpPr>
        <p:spPr>
          <a:xfrm>
            <a:off x="2743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- High Confidence</a:t>
            </a:r>
            <a:endParaRPr lang="en-US" sz="9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06DD557-1030-6E28-EC60-976403FC497D}"/>
              </a:ext>
            </a:extLst>
          </p:cNvPr>
          <p:cNvSpPr/>
          <p:nvPr/>
        </p:nvSpPr>
        <p:spPr>
          <a:xfrm>
            <a:off x="315468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5151C20-CA14-7C02-6C57-DD9FB8E8C59E}"/>
              </a:ext>
            </a:extLst>
          </p:cNvPr>
          <p:cNvSpPr/>
          <p:nvPr/>
        </p:nvSpPr>
        <p:spPr>
          <a:xfrm>
            <a:off x="3154680" y="2697480"/>
            <a:ext cx="2743200" cy="1828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154CC4E-F9CF-3B55-E652-4424B8757B0D}"/>
              </a:ext>
            </a:extLst>
          </p:cNvPr>
          <p:cNvSpPr/>
          <p:nvPr/>
        </p:nvSpPr>
        <p:spPr>
          <a:xfrm>
            <a:off x="315468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6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CAEC462-E19E-0091-0EA8-652B5A9634CC}"/>
              </a:ext>
            </a:extLst>
          </p:cNvPr>
          <p:cNvSpPr/>
          <p:nvPr/>
        </p:nvSpPr>
        <p:spPr>
          <a:xfrm>
            <a:off x="31546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- Medium Risk</a:t>
            </a:r>
            <a:endParaRPr lang="en-US" sz="9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83F3AA7-8776-55BD-3C4B-880E4E847213}"/>
              </a:ext>
            </a:extLst>
          </p:cNvPr>
          <p:cNvSpPr/>
          <p:nvPr/>
        </p:nvSpPr>
        <p:spPr>
          <a:xfrm>
            <a:off x="6035040" y="2697480"/>
            <a:ext cx="27432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8D07136-E123-BA62-9CF4-03D1DCEAB0D6}"/>
              </a:ext>
            </a:extLst>
          </p:cNvPr>
          <p:cNvSpPr/>
          <p:nvPr/>
        </p:nvSpPr>
        <p:spPr>
          <a:xfrm>
            <a:off x="6035040" y="2697480"/>
            <a:ext cx="2743200" cy="18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AC6D1FC-9987-B975-066D-B90216E99835}"/>
              </a:ext>
            </a:extLst>
          </p:cNvPr>
          <p:cNvSpPr/>
          <p:nvPr/>
        </p:nvSpPr>
        <p:spPr>
          <a:xfrm>
            <a:off x="6035040" y="28895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/>
              <a:t>9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7622967-D9DE-C0BF-37A6-74F249C6A419}"/>
              </a:ext>
            </a:extLst>
          </p:cNvPr>
          <p:cNvSpPr/>
          <p:nvPr/>
        </p:nvSpPr>
        <p:spPr>
          <a:xfrm>
            <a:off x="603504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- High Risk</a:t>
            </a:r>
            <a:endParaRPr lang="en-US" sz="9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E05A86A-BE4B-DA29-4BD7-60DD8ED248D7}"/>
              </a:ext>
            </a:extLst>
          </p:cNvPr>
          <p:cNvSpPr/>
          <p:nvPr/>
        </p:nvSpPr>
        <p:spPr>
          <a:xfrm>
            <a:off x="274320" y="3785616"/>
            <a:ext cx="8595360" cy="402336"/>
          </a:xfrm>
          <a:prstGeom prst="rect">
            <a:avLst/>
          </a:prstGeom>
          <a:solidFill>
            <a:srgbClr val="D6E4F5"/>
          </a:solidFill>
          <a:ln w="12700">
            <a:solidFill>
              <a:srgbClr val="CC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D355B82-B676-FD38-BD73-0A8869B6C13F}"/>
              </a:ext>
            </a:extLst>
          </p:cNvPr>
          <p:cNvSpPr/>
          <p:nvPr/>
        </p:nvSpPr>
        <p:spPr>
          <a:xfrm>
            <a:off x="411480" y="38496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/>
              <a:t>5 with NTP of 20 POR  ·  15 pending NTP</a:t>
            </a:r>
          </a:p>
        </p:txBody>
      </p:sp>
    </p:spTree>
    <p:extLst>
      <p:ext uri="{BB962C8B-B14F-4D97-AF65-F5344CB8AC3E}">
        <p14:creationId xmlns:p14="http://schemas.microsoft.com/office/powerpoint/2010/main" val="2422860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7CACE-207D-E1B6-4DCA-FDAEEFF5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7F6AE4-BFA8-630D-167E-4D781A300DF9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A9D9DD-7AAD-C01F-B377-10AA610FB740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with NTP of 20 POR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26053E-B5CE-6EB0-50FF-B73771489906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 with NTPs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891598-0773-AA12-16D9-F2B6F7E8064B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EA3A8A-863B-8545-A88D-77F2E3F14E98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22FD7B3B-FC8C-F668-B7BC-FDCC42F47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500231"/>
              </p:ext>
            </p:extLst>
          </p:nvPr>
        </p:nvGraphicFramePr>
        <p:xfrm>
          <a:off x="228600" y="868680"/>
          <a:ext cx="7566660" cy="15240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745318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Mat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Status / Notes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CO-MONTE_VISTA-CO-CENTER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CO-TOWNER_DT-CO-TOWNER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11/05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11/15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NTP Complete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CO-ABBEY-CO-HOGBACK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11/09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11/17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CO-DEL_NORTE-CO-MONTE_VISTA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C00000"/>
                          </a:solidFill>
                        </a:rPr>
                        <a:t>✗</a:t>
                      </a: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15592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CO-DEL_NORTE-CO-HANNA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703C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NTP Complete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4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868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FE35-6F63-26E1-7E6A-D894D02AB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CB6030-CE23-EE8C-59F3-B46FF800048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E5E160-22BA-7A29-4054-692185279E09}"/>
              </a:ext>
            </a:extLst>
          </p:cNvPr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20 pending NTP</a:t>
            </a:r>
            <a:endParaRPr lang="en-US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4A6021-309D-95FC-2B3A-56CAA4043B19}"/>
              </a:ext>
            </a:extLst>
          </p:cNvPr>
          <p:cNvSpPr/>
          <p:nvPr/>
        </p:nvSpPr>
        <p:spPr>
          <a:xfrm>
            <a:off x="320040" y="521208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POR Pending NTPs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6251E1-B4BD-2A0E-68AF-5E67992FF2C7}"/>
              </a:ext>
            </a:extLst>
          </p:cNvPr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407987-9903-0B57-5A63-B38245A3CC85}"/>
              </a:ext>
            </a:extLst>
          </p:cNvPr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5921004-1009-9EF2-BC28-F0193B50CE4B}"/>
              </a:ext>
            </a:extLst>
          </p:cNvPr>
          <p:cNvSpPr/>
          <p:nvPr/>
        </p:nvSpPr>
        <p:spPr>
          <a:xfrm>
            <a:off x="274320" y="886968"/>
            <a:ext cx="8595360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F774A3B-F346-43CA-8A78-049E53B0CBF4}"/>
              </a:ext>
            </a:extLst>
          </p:cNvPr>
          <p:cNvSpPr/>
          <p:nvPr/>
        </p:nvSpPr>
        <p:spPr>
          <a:xfrm>
            <a:off x="384048" y="905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Blockers (9)  —  ITW · Samsung · Viaero</a:t>
            </a:r>
            <a:endParaRPr lang="en-US" sz="850"/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C9C387CD-FA18-DC0A-62F8-39A438694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293182"/>
              </p:ext>
            </p:extLst>
          </p:nvPr>
        </p:nvGraphicFramePr>
        <p:xfrm>
          <a:off x="274320" y="1152144"/>
          <a:ext cx="7680960" cy="27736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/>
                        <a:t>CO-FARISITA-CO-STRONG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Pending service quote submittal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CO-MONTE_VISTA_COOP-CO-MONTE_VISTA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CO-ALAMOSA_SW-CO-ALAMOSA_SALES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Ready for NTP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9/22/2026: Dalla will issue.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CO-PROSPECT_EAST-CO-HOYT_NORTH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11/03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11/13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Viaero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WP approval &amp; LLD approval on one sit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7/8: per Don's email, P4G3 – Site moved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KS-CLAFLIN-KS-HOLYROOD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11/04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11/14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/>
                        <a:t>Nokia &amp; ITW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pending LLD submittal.  Pending ITW resolutio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KS-GOODLAND-KS-GOODLAND_DT_NORTH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 &amp; 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approval.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KS-WAKEENEY-KS-QUINTER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11/10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11/18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NTP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KS-WAKEENEY-KS-ELLIS_NORTH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11/18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NTP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CO-CENTER_NORTH-CO-CENTER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11/21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11/30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Viaero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Ready for NTP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/>
                        <a:t>9/22/2026: Dallas will issue. </a:t>
                      </a:r>
                    </a:p>
                  </a:txBody>
                  <a:tcPr>
                    <a:lnL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040C8527-B852-AA2A-3ACD-3CCBD56BB237}"/>
              </a:ext>
            </a:extLst>
          </p:cNvPr>
          <p:cNvSpPr/>
          <p:nvPr/>
        </p:nvSpPr>
        <p:spPr>
          <a:xfrm>
            <a:off x="274320" y="4173398"/>
            <a:ext cx="8595360" cy="23774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A714D6B-E559-866A-75C3-E8FBDE516CFB}"/>
              </a:ext>
            </a:extLst>
          </p:cNvPr>
          <p:cNvSpPr/>
          <p:nvPr/>
        </p:nvSpPr>
        <p:spPr>
          <a:xfrm>
            <a:off x="338328" y="417339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Team Actions (6)</a:t>
            </a:r>
            <a:endParaRPr lang="en-US" sz="850"/>
          </a:p>
        </p:txBody>
      </p:sp>
      <p:graphicFrame>
        <p:nvGraphicFramePr>
          <p:cNvPr id="43" name="Table 1">
            <a:extLst>
              <a:ext uri="{FF2B5EF4-FFF2-40B4-BE49-F238E27FC236}">
                <a16:creationId xmlns:a16="http://schemas.microsoft.com/office/drawing/2014/main" id="{43173A66-EA00-7A47-0B81-4BD214456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43678"/>
              </p:ext>
            </p:extLst>
          </p:nvPr>
        </p:nvGraphicFramePr>
        <p:xfrm>
          <a:off x="274320" y="4468216"/>
          <a:ext cx="7680960" cy="22479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HOP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Action 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NTP Blocker / Waiting On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86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CO-FM_OFFICE-CO-FM_HOSP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11/08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11/18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CO-FARISITA-CO-GARDNER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7/3: PRIORITIZE- both sites are mountain sites with dif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CO-JULESBURG_COURTHOUSE-CO-JULESBURG_DT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/>
                        <a:t>11/14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11/24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LLD submittal.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/>
                        <a:t>6/16: cxld per 6/12 red flag report</a:t>
                      </a:r>
                      <a:endParaRPr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CO-MONTE_VISTA_EAST-CO-MONTE_VISTA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11/16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NTP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7/23: Ethos doing RAN for SS at East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KS-GRAINFIELD-KS-QUINTER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11/18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11/26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WP &amp; LLD submittal.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/>
                        <a:t>CO-MONTE_VISTA_SW-CO-MONTE_VISTA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11/21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11/30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/>
                        <a:t>Pending NTP</a:t>
                      </a:r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dirty="0"/>
                    </a:p>
                  </a:txBody>
                  <a:tcPr>
                    <a:lnL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212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241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20040" y="14630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Decom Status — Program Overview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67665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</a:rPr>
              <a:t>As of 9/29/2026 · Viaero MW Program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A0B0"/>
                </a:solidFill>
              </a:rPr>
              <a:t>Nokia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56616" y="1453896"/>
            <a:ext cx="1737360" cy="1417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737360" cy="1417320"/>
          </a:xfrm>
          <a:prstGeom prst="rect">
            <a:avLst/>
          </a:prstGeom>
          <a:solidFill>
            <a:srgbClr val="1241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20040" y="15453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Decom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Sites Tracked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200253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341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2514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</a:rPr>
              <a:t>CX Complete confirmed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78024" y="1453896"/>
            <a:ext cx="1737360" cy="1417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41448" y="1417320"/>
            <a:ext cx="1737360" cy="1417320"/>
          </a:xfrm>
          <a:prstGeom prst="rect">
            <a:avLst/>
          </a:prstGeom>
          <a:solidFill>
            <a:srgbClr val="00A0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441448" y="15453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Dropped Off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to Warehouse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441448" y="200253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314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2441448" y="2514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</a:rPr>
              <a:t>DECOM Drop Off confirmed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180136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2167128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Gap: -27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99432" y="1453896"/>
            <a:ext cx="1737360" cy="1417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62856" y="1417320"/>
            <a:ext cx="1737360" cy="1417320"/>
          </a:xfrm>
          <a:prstGeom prst="rect">
            <a:avLst/>
          </a:prstGeom>
          <a:solidFill>
            <a:srgbClr val="00A0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562856" y="15453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POD 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Pathwave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62856" y="200253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307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562856" y="2514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</a:rPr>
              <a:t>Signed POD confirmed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178808" y="180136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904488" y="2167128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Gap: -7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20840" y="1453896"/>
            <a:ext cx="1737360" cy="1417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684264" y="1417320"/>
            <a:ext cx="1737360" cy="1417320"/>
          </a:xfrm>
          <a:prstGeom prst="rect">
            <a:avLst/>
          </a:prstGeom>
          <a:solidFill>
            <a:srgbClr val="00A0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684264" y="15453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POD 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QuickBase, pending SCOP Package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84264" y="200253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283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6684264" y="2514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</a:rPr>
              <a:t>QB approved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300216" y="180136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8C8D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025896" y="2167128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Gap: -24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3017520"/>
            <a:ext cx="8503920" cy="530352"/>
          </a:xfrm>
          <a:prstGeom prst="rect">
            <a:avLst/>
          </a:prstGeom>
          <a:solidFill>
            <a:srgbClr val="EBF5FB"/>
          </a:solidFill>
          <a:ln w="12700">
            <a:solidFill>
              <a:srgbClr val="00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57200" y="30723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24191"/>
                </a:solidFill>
              </a:rPr>
              <a:t>📋 Sites Completed Within Last 7 Days — Pending Decom Entry: 5 sites</a:t>
            </a:r>
            <a:endParaRPr lang="en-US" sz="1000" dirty="0"/>
          </a:p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</a:rPr>
              <a:t>Sites with recent construction completion being added to decom tracking. Expected to reflect on next week's report.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703320"/>
            <a:ext cx="8503920" cy="123444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4191"/>
                </a:solidFill>
              </a:rPr>
              <a:t>Key Talking Points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00507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2C3E50"/>
                </a:solidFill>
              </a:rPr>
              <a:t>341 sites confirmed construction complete and eligible for decom tracking</a:t>
            </a:r>
            <a:endParaRPr lang="en-US" sz="900" dirty="0"/>
          </a:p>
          <a:p>
            <a:r>
              <a:rPr lang="en-US" sz="900" dirty="0">
                <a:solidFill>
                  <a:srgbClr val="2C3E50"/>
                </a:solidFill>
              </a:rPr>
              <a:t>314 sites (92%) have completed physical drop-off to the warehouse</a:t>
            </a:r>
            <a:endParaRPr lang="en-US" sz="900" dirty="0"/>
          </a:p>
          <a:p>
            <a:r>
              <a:rPr lang="en-US" sz="900" dirty="0">
                <a:solidFill>
                  <a:srgbClr val="2C3E50"/>
                </a:solidFill>
              </a:rPr>
              <a:t>27 sites still outstanding — GCs must coordinate immediate drop-off</a:t>
            </a:r>
            <a:endParaRPr lang="en-US" sz="900" dirty="0"/>
          </a:p>
          <a:p>
            <a:r>
              <a:rPr lang="en-US" sz="900" dirty="0">
                <a:solidFill>
                  <a:srgbClr val="2C3E50"/>
                </a:solidFill>
              </a:rPr>
              <a:t>7 sites dropped off but pending POD confirmation in Pathwave — paperwork gap</a:t>
            </a:r>
            <a:endParaRPr lang="en-US" sz="900" dirty="0"/>
          </a:p>
          <a:p>
            <a:r>
              <a:rPr lang="en-US" sz="900" dirty="0">
                <a:solidFill>
                  <a:srgbClr val="2C3E50"/>
                </a:solidFill>
              </a:rPr>
              <a:t>5 recently completed sites being onboarded to decom tracking — will reflect next week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0A0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Nokia Confidential · Viaero MW Decom Program · Data sourced from Ciege PM Platform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" y="205740"/>
            <a:ext cx="84353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SCOP Status — Program Summary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342900" y="534924"/>
            <a:ext cx="84353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Pathwave and QuickBase completion across the 173 construction-complete HOPs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42900" y="857250"/>
            <a:ext cx="40462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PATHWAVE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342900" y="1097280"/>
            <a:ext cx="1954530" cy="925830"/>
          </a:xfrm>
          <a:prstGeom prst="roundRect">
            <a:avLst>
              <a:gd name="adj" fmla="val 518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Text 4"/>
          <p:cNvSpPr txBox="1"/>
          <p:nvPr/>
        </p:nvSpPr>
        <p:spPr>
          <a:xfrm>
            <a:off x="342900" y="1165860"/>
            <a:ext cx="195453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342900" y="1762506"/>
            <a:ext cx="195453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2434590" y="1097280"/>
            <a:ext cx="1954530" cy="925830"/>
          </a:xfrm>
          <a:prstGeom prst="roundRect">
            <a:avLst>
              <a:gd name="adj" fmla="val 518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2434590" y="1165860"/>
            <a:ext cx="195453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250" dirty="0"/>
          </a:p>
        </p:txBody>
      </p:sp>
      <p:sp>
        <p:nvSpPr>
          <p:cNvPr id="10" name="Text 8"/>
          <p:cNvSpPr txBox="1"/>
          <p:nvPr/>
        </p:nvSpPr>
        <p:spPr>
          <a:xfrm>
            <a:off x="2434590" y="1762506"/>
            <a:ext cx="195453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25" dirty="0"/>
          </a:p>
        </p:txBody>
      </p:sp>
      <p:sp>
        <p:nvSpPr>
          <p:cNvPr id="11" name="Text 9"/>
          <p:cNvSpPr txBox="1"/>
          <p:nvPr/>
        </p:nvSpPr>
        <p:spPr>
          <a:xfrm>
            <a:off x="4732020" y="857250"/>
            <a:ext cx="40462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QUICKBASE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4732020" y="1097280"/>
            <a:ext cx="1954530" cy="925830"/>
          </a:xfrm>
          <a:prstGeom prst="roundRect">
            <a:avLst>
              <a:gd name="adj" fmla="val 518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" name="Text 11"/>
          <p:cNvSpPr txBox="1"/>
          <p:nvPr/>
        </p:nvSpPr>
        <p:spPr>
          <a:xfrm>
            <a:off x="4732020" y="1165860"/>
            <a:ext cx="195453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2250" dirty="0"/>
          </a:p>
        </p:txBody>
      </p:sp>
      <p:sp>
        <p:nvSpPr>
          <p:cNvPr id="14" name="Text 12"/>
          <p:cNvSpPr txBox="1"/>
          <p:nvPr/>
        </p:nvSpPr>
        <p:spPr>
          <a:xfrm>
            <a:off x="4732020" y="1762506"/>
            <a:ext cx="195453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6823710" y="1097280"/>
            <a:ext cx="1954530" cy="925830"/>
          </a:xfrm>
          <a:prstGeom prst="roundRect">
            <a:avLst>
              <a:gd name="adj" fmla="val 518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6" name="Text 14"/>
          <p:cNvSpPr txBox="1"/>
          <p:nvPr/>
        </p:nvSpPr>
        <p:spPr>
          <a:xfrm>
            <a:off x="6823710" y="1165860"/>
            <a:ext cx="195453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250" dirty="0"/>
          </a:p>
        </p:txBody>
      </p:sp>
      <p:sp>
        <p:nvSpPr>
          <p:cNvPr id="17" name="Text 15"/>
          <p:cNvSpPr txBox="1"/>
          <p:nvPr/>
        </p:nvSpPr>
        <p:spPr>
          <a:xfrm>
            <a:off x="6823710" y="1762506"/>
            <a:ext cx="195453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25" dirty="0"/>
          </a:p>
        </p:txBody>
      </p:sp>
      <p:sp>
        <p:nvSpPr>
          <p:cNvPr id="18" name="Text 16"/>
          <p:cNvSpPr txBox="1"/>
          <p:nvPr/>
        </p:nvSpPr>
        <p:spPr>
          <a:xfrm>
            <a:off x="342900" y="2983230"/>
            <a:ext cx="84353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COMPLETE — FULL SCOP CLOSE-OUT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342900" y="3223260"/>
            <a:ext cx="4046220" cy="1028700"/>
          </a:xfrm>
          <a:prstGeom prst="roundRect">
            <a:avLst>
              <a:gd name="adj" fmla="val 466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0" name="Text 18"/>
          <p:cNvSpPr txBox="1"/>
          <p:nvPr/>
        </p:nvSpPr>
        <p:spPr>
          <a:xfrm>
            <a:off x="342900" y="3291840"/>
            <a:ext cx="40462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2250" dirty="0"/>
          </a:p>
        </p:txBody>
      </p:sp>
      <p:sp>
        <p:nvSpPr>
          <p:cNvPr id="21" name="Text 19"/>
          <p:cNvSpPr txBox="1"/>
          <p:nvPr/>
        </p:nvSpPr>
        <p:spPr>
          <a:xfrm>
            <a:off x="342900" y="3785616"/>
            <a:ext cx="40462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Complete</a:t>
            </a:r>
            <a:endParaRPr lang="en-US" sz="825" dirty="0"/>
          </a:p>
        </p:txBody>
      </p:sp>
      <p:sp>
        <p:nvSpPr>
          <p:cNvPr id="22" name="Text 20"/>
          <p:cNvSpPr txBox="1"/>
          <p:nvPr/>
        </p:nvSpPr>
        <p:spPr>
          <a:xfrm>
            <a:off x="445770" y="40050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Pathwave and QuickBase done</a:t>
            </a:r>
            <a:endParaRPr lang="en-US" sz="638" dirty="0"/>
          </a:p>
        </p:txBody>
      </p:sp>
      <p:sp>
        <p:nvSpPr>
          <p:cNvPr id="23" name="Shape 21"/>
          <p:cNvSpPr/>
          <p:nvPr/>
        </p:nvSpPr>
        <p:spPr>
          <a:xfrm>
            <a:off x="4594860" y="3223260"/>
            <a:ext cx="4046220" cy="1028700"/>
          </a:xfrm>
          <a:prstGeom prst="roundRect">
            <a:avLst>
              <a:gd name="adj" fmla="val 466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4" name="Text 22"/>
          <p:cNvSpPr txBox="1"/>
          <p:nvPr/>
        </p:nvSpPr>
        <p:spPr>
          <a:xfrm>
            <a:off x="4594860" y="3291840"/>
            <a:ext cx="40462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2250" dirty="0"/>
          </a:p>
        </p:txBody>
      </p:sp>
      <p:sp>
        <p:nvSpPr>
          <p:cNvPr id="25" name="Text 23"/>
          <p:cNvSpPr txBox="1"/>
          <p:nvPr/>
        </p:nvSpPr>
        <p:spPr>
          <a:xfrm>
            <a:off x="4594860" y="3785616"/>
            <a:ext cx="40462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Fully Complete</a:t>
            </a:r>
            <a:endParaRPr lang="en-US" sz="825" dirty="0"/>
          </a:p>
        </p:txBody>
      </p:sp>
      <p:sp>
        <p:nvSpPr>
          <p:cNvPr id="26" name="Text 24"/>
          <p:cNvSpPr txBox="1"/>
          <p:nvPr/>
        </p:nvSpPr>
        <p:spPr>
          <a:xfrm>
            <a:off x="4697730" y="40050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pending Pathwave and/or QuickBase items</a:t>
            </a:r>
            <a:endParaRPr lang="en-US" sz="638" dirty="0"/>
          </a:p>
        </p:txBody>
      </p:sp>
      <p:sp>
        <p:nvSpPr>
          <p:cNvPr id="27" name="Text 25"/>
          <p:cNvSpPr txBox="1"/>
          <p:nvPr/>
        </p:nvSpPr>
        <p:spPr>
          <a:xfrm>
            <a:off x="342900" y="4869180"/>
            <a:ext cx="84353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09/29/2026  |  172 construction-complete HOPs (33 still under construction, excluded from this view)</a:t>
            </a:r>
            <a:endParaRPr lang="en-US" sz="6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Log</a:t>
            </a:r>
            <a:endParaRPr lang="en-US" sz="200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80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521401"/>
              </p:ext>
            </p:extLst>
          </p:nvPr>
        </p:nvGraphicFramePr>
        <p:xfrm>
          <a:off x="365760" y="914400"/>
          <a:ext cx="8412480" cy="525780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Action Item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8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/>
                        <a:t>Add Scop Slide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Completed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00FF00"/>
                          </a:highlight>
                        </a:rPr>
                        <a:t>From Terry - ||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Los </a:t>
                      </a:r>
                      <a:r>
                        <a:rPr lang="en-US" sz="9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ochos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 to </a:t>
                      </a:r>
                      <a:r>
                        <a:rPr lang="en-US" sz="9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Jigante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 MW|| </a:t>
                      </a:r>
                      <a:r>
                        <a:rPr lang="en-US" sz="900" dirty="0">
                          <a:effectLst/>
                          <a:highlight>
                            <a:srgbClr val="00FF00"/>
                          </a:highlight>
                        </a:rPr>
                        <a:t>I’d like to put this as an action item on the weekly CX call. This is a link that was not captured in the FCC application, but we have validated that there is Huawei MW here. We will need to replace it however it goes to a private residence, thus </a:t>
                      </a:r>
                      <a:r>
                        <a:rPr lang="en-US" sz="900" dirty="0" err="1">
                          <a:effectLst/>
                          <a:highlight>
                            <a:srgbClr val="00FF00"/>
                          </a:highlight>
                        </a:rPr>
                        <a:t>Viaero</a:t>
                      </a:r>
                      <a:r>
                        <a:rPr lang="en-US" sz="900" dirty="0">
                          <a:effectLst/>
                          <a:highlight>
                            <a:srgbClr val="00FF00"/>
                          </a:highlight>
                        </a:rPr>
                        <a:t> will do the installation. However we need to get this stuff on order. It is also a site in the mountains down by Gunnison so is one we wanted before winter. – 9/22: PCNs sent to Wes. </a:t>
                      </a:r>
                      <a:endParaRPr lang="en-US" sz="900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Completed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900" dirty="0"/>
                        <a:t>From Chris B. </a:t>
                      </a:r>
                    </a:p>
                    <a:p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Lexington DT to Lexington N – MW Hop Equipment Status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(9/8- Nokia- HOP Cancelled then pulled back in. Working on equipment reallocations) – 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9/22 Temp solution equipment expected Oct. 9</a:t>
                      </a:r>
                      <a:r>
                        <a:rPr lang="en-US" sz="900" b="0" i="0" u="sng" kern="1200" baseline="300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 9/29 : pulled in to today in Sidney.</a:t>
                      </a:r>
                    </a:p>
                    <a:p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Ainsworth to Ainsworth S – AIM issue –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(9/8- Nokia Call scheduled to review concerns today) 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9/22: Aims are shipping to the LSC today and expected no later then Friday. Shipping to Sydney - 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9/23: Delivered being brought up to Sidney by </a:t>
                      </a:r>
                      <a:r>
                        <a:rPr lang="en-US" sz="900" b="0" i="0" u="sng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scot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 today. </a:t>
                      </a:r>
                      <a:r>
                        <a:rPr lang="en-US" sz="900" b="0" i="0" u="sng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Allwave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 should be able to pick up by tomorrow. </a:t>
                      </a:r>
                    </a:p>
                    <a:p>
                      <a:r>
                        <a:rPr lang="en-US" sz="9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CoreEVO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card replacement. – 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9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Eusitis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to Elwood, Ryan working on the process and scheduling call with </a:t>
                      </a:r>
                      <a:r>
                        <a:rPr lang="en-US" sz="900" b="0" i="0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Viaero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and going through the process to get this taken care of through cares) </a:t>
                      </a:r>
                      <a:r>
                        <a:rPr lang="en-US" sz="900" b="0" i="0" u="non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9/22: Follow-up convo internal to make sure we have the correct person to present the process for the care tickets. </a:t>
                      </a:r>
                      <a:r>
                        <a:rPr lang="en-US" sz="900" b="0" i="0" u="sng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– 9/29 : confirming with Ryan on the kickoff on the cares this week 9/30.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In progress 2 of 3 completed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/>
                        <a:t>Nokia</a:t>
                      </a: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C5F"/>
          </a:solidFill>
          <a:ln w="12700">
            <a:solidFill>
              <a:srgbClr val="0B2C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523744"/>
            <a:ext cx="9144000" cy="73152"/>
          </a:xfrm>
          <a:prstGeom prst="rect">
            <a:avLst/>
          </a:prstGeom>
          <a:solidFill>
            <a:srgbClr val="00A0B0"/>
          </a:solidFill>
          <a:ln w="12700">
            <a:solidFill>
              <a:srgbClr val="00A0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Presentation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09/29/2026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B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Viaero Wireless  ·  Nokia Program Team  ·  Questions Welcome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0" y="486460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internal use</a:t>
            </a:r>
            <a:endParaRPr lang="en-US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241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20040" y="14630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Top Aging Sites — Drop Off Pending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67665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</a:rPr>
              <a:t>Sites with longest outstanding decom — prioritized for immediate GC action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A0B0"/>
                </a:solidFill>
              </a:rPr>
              <a:t>Nokia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298448"/>
          <a:ext cx="51206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577840" y="1298448"/>
          <a:ext cx="3429000" cy="3703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Site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CX Complete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NE-KEARNEY_CABELAS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Ethos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4/17/26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166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NE-JUNIATA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Ethos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6/3/26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119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NE-WIND_SPRINGS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MZI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6/30/26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92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NE-BLUE_HILL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Mastec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6/30/26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92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NE-WIND_SPRINGS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MZI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7/15/26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77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NE-LISCO_TG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MZI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7/24/26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68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NE-LISCO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MZI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7/24/26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68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NE-SCOTTSBLUFF_COUNTRY_CLUB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MZI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8/3/26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58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NE-SCOTTSBLUFF_NORTH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MZI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8/3/26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58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NE-GRANT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Mastec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8/7/26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54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20040" y="46451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⚠ GC action required on all red sites — drop-off overdue by 45+ days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577840" y="4663440"/>
            <a:ext cx="128016" cy="12801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5742432" y="462686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45+ days (Critical)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7223760" y="4663440"/>
            <a:ext cx="128016" cy="128016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7388352" y="462686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21-44 days (Urgent)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0A0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Nokia Confidential · Viaero MW Decom Program · Data sourced from Ciege PM Platform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241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20040" y="14630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GC Decom Accountability — Status by Contractor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67665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</a:rPr>
              <a:t>Tracking drop-off completion and POD confirmation per General Contractor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223760" y="320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A0B0"/>
                </a:solidFill>
              </a:rPr>
              <a:t>Nokia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32588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806440" y="1353312"/>
          <a:ext cx="3383280" cy="590702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GC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Done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POD Gap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Pend.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MZI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Mastec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Capital Tower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Ethos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WaveLink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Tech CX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NV Tel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Viking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Vikor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InSite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Site Property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Omni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Steimel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Elite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280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32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29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20040" y="473659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</a:rPr>
              <a:t>Green = Complete · Amber = POD Gap · Red = Outstanding Drop-Off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0A0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Nokia Confidential · Viaero MW Decom Program · Data sourced from Ciege PM Platform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" y="192024"/>
            <a:ext cx="84353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Pathwave SCOP — Contractor Action Items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342900" y="521208"/>
            <a:ext cx="84353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 of 205 HOPs have completed construction — 33 are Pending HOP Completion (still under construction)</a:t>
            </a:r>
            <a:endParaRPr lang="en-US" sz="863" dirty="0"/>
          </a:p>
        </p:txBody>
      </p:sp>
      <p:sp>
        <p:nvSpPr>
          <p:cNvPr id="4" name="Shape 2"/>
          <p:cNvSpPr/>
          <p:nvPr/>
        </p:nvSpPr>
        <p:spPr>
          <a:xfrm>
            <a:off x="342900" y="795528"/>
            <a:ext cx="2005965" cy="651510"/>
          </a:xfrm>
          <a:prstGeom prst="roundRect">
            <a:avLst>
              <a:gd name="adj" fmla="val 736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3"/>
          <p:cNvSpPr txBox="1"/>
          <p:nvPr/>
        </p:nvSpPr>
        <p:spPr>
          <a:xfrm>
            <a:off x="342900" y="864108"/>
            <a:ext cx="2005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342900" y="1186434"/>
            <a:ext cx="200596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&amp; Approved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2486025" y="795528"/>
            <a:ext cx="2005965" cy="651510"/>
          </a:xfrm>
          <a:prstGeom prst="roundRect">
            <a:avLst>
              <a:gd name="adj" fmla="val 736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8" name="Text 6"/>
          <p:cNvSpPr txBox="1"/>
          <p:nvPr/>
        </p:nvSpPr>
        <p:spPr>
          <a:xfrm>
            <a:off x="2486025" y="864108"/>
            <a:ext cx="2005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250" dirty="0"/>
          </a:p>
        </p:txBody>
      </p:sp>
      <p:sp>
        <p:nvSpPr>
          <p:cNvPr id="9" name="Text 7"/>
          <p:cNvSpPr txBox="1"/>
          <p:nvPr/>
        </p:nvSpPr>
        <p:spPr>
          <a:xfrm>
            <a:off x="2486025" y="1186434"/>
            <a:ext cx="200596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GC Action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4629150" y="795528"/>
            <a:ext cx="2005965" cy="651510"/>
          </a:xfrm>
          <a:prstGeom prst="roundRect">
            <a:avLst>
              <a:gd name="adj" fmla="val 736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9"/>
          <p:cNvSpPr txBox="1"/>
          <p:nvPr/>
        </p:nvSpPr>
        <p:spPr>
          <a:xfrm>
            <a:off x="4629150" y="864108"/>
            <a:ext cx="2005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5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4629150" y="1186434"/>
            <a:ext cx="200596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OAD — Tracked Separately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6772275" y="795528"/>
            <a:ext cx="2005965" cy="651510"/>
          </a:xfrm>
          <a:prstGeom prst="roundRect">
            <a:avLst>
              <a:gd name="adj" fmla="val 736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Text 12"/>
          <p:cNvSpPr txBox="1"/>
          <p:nvPr/>
        </p:nvSpPr>
        <p:spPr>
          <a:xfrm>
            <a:off x="6772275" y="864108"/>
            <a:ext cx="20059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250" dirty="0"/>
          </a:p>
        </p:txBody>
      </p:sp>
      <p:sp>
        <p:nvSpPr>
          <p:cNvPr id="15" name="Text 13"/>
          <p:cNvSpPr txBox="1"/>
          <p:nvPr/>
        </p:nvSpPr>
        <p:spPr>
          <a:xfrm>
            <a:off x="6772275" y="1186434"/>
            <a:ext cx="200596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HOP Completion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342900" y="1563624"/>
            <a:ext cx="4485132" cy="26060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7" name="Shape 15"/>
          <p:cNvSpPr/>
          <p:nvPr/>
        </p:nvSpPr>
        <p:spPr>
          <a:xfrm>
            <a:off x="4828032" y="1563624"/>
            <a:ext cx="1851660" cy="260604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6679692" y="1563624"/>
            <a:ext cx="740664" cy="260604"/>
          </a:xfrm>
          <a:prstGeom prst="rect">
            <a:avLst/>
          </a:prstGeom>
          <a:solidFill>
            <a:srgbClr val="124191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9" name="Shape 17"/>
          <p:cNvSpPr/>
          <p:nvPr/>
        </p:nvSpPr>
        <p:spPr>
          <a:xfrm>
            <a:off x="7420356" y="1563624"/>
            <a:ext cx="1357884" cy="260604"/>
          </a:xfrm>
          <a:prstGeom prst="rect">
            <a:avLst/>
          </a:prstGeom>
          <a:solidFill>
            <a:srgbClr val="D0D5DD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0" name="Text 18"/>
          <p:cNvSpPr txBox="1"/>
          <p:nvPr/>
        </p:nvSpPr>
        <p:spPr>
          <a:xfrm>
            <a:off x="342900" y="1851660"/>
            <a:ext cx="84353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program view — all 205 HOPs</a:t>
            </a:r>
            <a:endParaRPr lang="en-US" sz="713" dirty="0"/>
          </a:p>
        </p:txBody>
      </p:sp>
      <p:sp>
        <p:nvSpPr>
          <p:cNvPr id="21" name="Text 19"/>
          <p:cNvSpPr txBox="1"/>
          <p:nvPr/>
        </p:nvSpPr>
        <p:spPr>
          <a:xfrm>
            <a:off x="342900" y="2057400"/>
            <a:ext cx="40462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Pathwave Items by GC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94860" y="2057400"/>
            <a:ext cx="4183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OAD Sites (Awaiting OAD, Not a GC Item)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342900" y="2263140"/>
          <a:ext cx="4046220" cy="1911096"/>
        </p:xfrm>
        <a:graphic>
          <a:graphicData uri="http://schemas.openxmlformats.org/drawingml/2006/table">
            <a:tbl>
              <a:tblPr/>
              <a:tblGrid>
                <a:gridCol w="19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Tower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Property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CX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WaveLink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Steimel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 Tel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24" name="Table 1"/>
          <p:cNvGraphicFramePr>
            <a:graphicFrameLocks noGrp="1"/>
          </p:cNvGraphicFramePr>
          <p:nvPr/>
        </p:nvGraphicFramePr>
        <p:xfrm>
          <a:off x="4594860" y="2263140"/>
          <a:ext cx="4183380" cy="2311146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CO-CEDAR_POINT-CO-KIOWA_EAST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OAD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NE-CHAMBERS-NE-CHAMBERS_DT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 Tel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OAD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NE-STATE_PARK-NE-CHADRON_SOUTH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Viking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OAD ETA 9/11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NE-UNIVERSITY_LAKE-NE-WIND_SPRINGS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MZI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OAD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NE-MINOR_CAMP-NE-MERRIMAN_SOUTH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Ethos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Decom photos. OAD compl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NE-NORFOLK_TWO-NE-NORFOLK_SOUTH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Tower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OAD ETA 9/10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NE-GRANT-NE-GRANT_SOUTH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OAD ETA 9/8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NE-IMPERIAL-NE-GRANT_SOUTH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Viking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Rejections/Pending OAD 9/8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NE-COLUMBUS_NW-NE-PLATTE_CENTER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MZI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OAD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NE-BEREA_DT-NE-HEMINGFORD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 Tel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OAD rejected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NE-ALLIANCE-NE-ALLIANCE_WEST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MZI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OAD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NE-COLUMBUS_NW-NE-COLUMBUS_HS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MZI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OAD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NE-CHAMBERS-NE-ONEILL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 Tel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OAD 10/1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NE-LISCO_TG-NE-CHAPPELL_TG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MZI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OAD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NE-ALLIANCE-NE-HEMINGFORD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MZI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OAD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NE-CRAWFORD_WEST-NE-HARRISON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OAD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NE-COLUMBUS_SW-NE-COLUMBUS_DT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CX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OAD ETA 9/30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NE-STAPLETON-NE-THEDFORD_SOUTH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Ethos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OAD 9/29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8575" marR="28575" marT="9525" marB="952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25" name="Text 21"/>
          <p:cNvSpPr txBox="1"/>
          <p:nvPr/>
        </p:nvSpPr>
        <p:spPr>
          <a:xfrm>
            <a:off x="342900" y="4869180"/>
            <a:ext cx="84353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09/29/2026  |  OAD sites tracked separately — not counted as missing GC checklist items</a:t>
            </a:r>
            <a:endParaRPr lang="en-US" sz="6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" y="219456"/>
            <a:ext cx="84353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QuickBase Status</a:t>
            </a:r>
            <a:endParaRPr lang="en-US" sz="1950" dirty="0"/>
          </a:p>
        </p:txBody>
      </p:sp>
      <p:sp>
        <p:nvSpPr>
          <p:cNvPr id="3" name="Text 1"/>
          <p:cNvSpPr txBox="1"/>
          <p:nvPr/>
        </p:nvSpPr>
        <p:spPr>
          <a:xfrm>
            <a:off x="342900" y="569214"/>
            <a:ext cx="84353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 of 205 HOPs have completed construction and are tracked here — 33 are still under construction (Pending HOP Completion)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42900" y="1028700"/>
            <a:ext cx="2674620" cy="1028700"/>
          </a:xfrm>
          <a:prstGeom prst="roundRect">
            <a:avLst>
              <a:gd name="adj" fmla="val 466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3"/>
          <p:cNvSpPr txBox="1"/>
          <p:nvPr/>
        </p:nvSpPr>
        <p:spPr>
          <a:xfrm>
            <a:off x="342900" y="1097280"/>
            <a:ext cx="26746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342900" y="1591056"/>
            <a:ext cx="26746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25" dirty="0"/>
          </a:p>
        </p:txBody>
      </p:sp>
      <p:sp>
        <p:nvSpPr>
          <p:cNvPr id="7" name="Text 5"/>
          <p:cNvSpPr txBox="1"/>
          <p:nvPr/>
        </p:nvSpPr>
        <p:spPr>
          <a:xfrm>
            <a:off x="445770" y="18105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QuickBase deliverables uploaded</a:t>
            </a:r>
            <a:endParaRPr lang="en-US" sz="638" dirty="0"/>
          </a:p>
        </p:txBody>
      </p:sp>
      <p:sp>
        <p:nvSpPr>
          <p:cNvPr id="8" name="Shape 6"/>
          <p:cNvSpPr/>
          <p:nvPr/>
        </p:nvSpPr>
        <p:spPr>
          <a:xfrm>
            <a:off x="3188970" y="1028700"/>
            <a:ext cx="2674620" cy="1028700"/>
          </a:xfrm>
          <a:prstGeom prst="roundRect">
            <a:avLst>
              <a:gd name="adj" fmla="val 466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3188970" y="1097280"/>
            <a:ext cx="26746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250" dirty="0"/>
          </a:p>
        </p:txBody>
      </p:sp>
      <p:sp>
        <p:nvSpPr>
          <p:cNvPr id="10" name="Text 8"/>
          <p:cNvSpPr txBox="1"/>
          <p:nvPr/>
        </p:nvSpPr>
        <p:spPr>
          <a:xfrm>
            <a:off x="3188970" y="1591056"/>
            <a:ext cx="26746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25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8105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complete, QuickBase not yet uploaded</a:t>
            </a:r>
            <a:endParaRPr lang="en-US" sz="638" dirty="0"/>
          </a:p>
        </p:txBody>
      </p:sp>
      <p:sp>
        <p:nvSpPr>
          <p:cNvPr id="12" name="Shape 10"/>
          <p:cNvSpPr/>
          <p:nvPr/>
        </p:nvSpPr>
        <p:spPr>
          <a:xfrm>
            <a:off x="6035040" y="1028700"/>
            <a:ext cx="2674620" cy="1028700"/>
          </a:xfrm>
          <a:prstGeom prst="roundRect">
            <a:avLst>
              <a:gd name="adj" fmla="val 466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" name="Text 11"/>
          <p:cNvSpPr txBox="1"/>
          <p:nvPr/>
        </p:nvSpPr>
        <p:spPr>
          <a:xfrm>
            <a:off x="6035040" y="1097280"/>
            <a:ext cx="26746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2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591056"/>
            <a:ext cx="26746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HOP Completion</a:t>
            </a:r>
            <a:endParaRPr lang="en-US" sz="825" dirty="0"/>
          </a:p>
        </p:txBody>
      </p:sp>
      <p:sp>
        <p:nvSpPr>
          <p:cNvPr id="15" name="Text 13"/>
          <p:cNvSpPr txBox="1"/>
          <p:nvPr/>
        </p:nvSpPr>
        <p:spPr>
          <a:xfrm>
            <a:off x="6137910" y="18105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construction complete</a:t>
            </a:r>
            <a:endParaRPr lang="en-US" sz="638" dirty="0"/>
          </a:p>
        </p:txBody>
      </p:sp>
      <p:sp>
        <p:nvSpPr>
          <p:cNvPr id="16" name="Text 14"/>
          <p:cNvSpPr txBox="1"/>
          <p:nvPr/>
        </p:nvSpPr>
        <p:spPr>
          <a:xfrm>
            <a:off x="342900" y="2297430"/>
            <a:ext cx="8435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construction-complete sites (140 of 172) have all QuickBase deliverables uploaded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342900" y="2708910"/>
            <a:ext cx="5760720" cy="37719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6103620" y="2708910"/>
            <a:ext cx="1316736" cy="377190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9" name="Shape 17"/>
          <p:cNvSpPr/>
          <p:nvPr/>
        </p:nvSpPr>
        <p:spPr>
          <a:xfrm>
            <a:off x="7420356" y="2708910"/>
            <a:ext cx="1357884" cy="377190"/>
          </a:xfrm>
          <a:prstGeom prst="rect">
            <a:avLst/>
          </a:prstGeom>
          <a:solidFill>
            <a:srgbClr val="D0D5DD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0" name="Text 18"/>
          <p:cNvSpPr txBox="1"/>
          <p:nvPr/>
        </p:nvSpPr>
        <p:spPr>
          <a:xfrm>
            <a:off x="342900" y="3154680"/>
            <a:ext cx="84353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program view — all 205 HOPs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342900" y="4869180"/>
            <a:ext cx="84353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09/29/2026  |  Denominator = 172 construction-complete HOPs, not the full 205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spe:Receivers xmlns:spe="http://schemas.microsoft.com/sharepoint/event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779450E6807C47B692BD0767564F4D" ma:contentTypeVersion="17" ma:contentTypeDescription="Create a new document." ma:contentTypeScope="" ma:versionID="6661cd17a56450bad4d548b83c410528">
  <xsd:schema xmlns:xsd="http://www.w3.org/2001/XMLSchema" xmlns:xs="http://www.w3.org/2001/XMLSchema" xmlns:p="http://schemas.microsoft.com/office/2006/metadata/properties" xmlns:ns2="71c5aaf6-e6ce-465b-b873-5148d2a4c105" xmlns:ns3="5d16befc-9a44-49f4-a0ea-b1736f4cc192" xmlns:ns4="03f392b3-309c-48fd-979c-2a66531d899e" targetNamespace="http://schemas.microsoft.com/office/2006/metadata/properties" ma:root="true" ma:fieldsID="e663dcd0c2067f47af672277ec277df6" ns2:_="" ns3:_="" ns4:_="">
    <xsd:import namespace="71c5aaf6-e6ce-465b-b873-5148d2a4c105"/>
    <xsd:import namespace="5d16befc-9a44-49f4-a0ea-b1736f4cc192"/>
    <xsd:import namespace="03f392b3-309c-48fd-979c-2a66531d899e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HideFromDelve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Location" minOccurs="0"/>
                <xsd:element ref="ns3:MediaServiceOCR" minOccurs="0"/>
                <xsd:element ref="ns3:SN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c5aaf6-e6ce-465b-b873-5148d2a4c10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HideFromDelve" ma:index="11" nillable="true" ma:displayName="HideFromDelve" ma:default="0" ma:internalName="HideFromDelv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16befc-9a44-49f4-a0ea-b1736f4cc1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4c87397-5fc1-491e-85e7-d6110dbe9c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No" ma:index="24" nillable="true" ma:displayName="S No" ma:decimals="0" ma:format="Dropdown" ma:internalName="SNo" ma:percentage="FALSE">
      <xsd:simpleType>
        <xsd:restriction base="dms:Number">
          <xsd:maxInclusive value="500"/>
          <xsd:minInclusive value="1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f392b3-309c-48fd-979c-2a66531d899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b371b343-224b-4a76-af05-6f23a7346562}" ma:internalName="TaxCatchAll" ma:showField="CatchAllData" ma:web="03f392b3-309c-48fd-979c-2a66531d89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34c87397-5fc1-491e-85e7-d6110dbe9cbd" ContentTypeId="0x0101" PreviousValue="false"/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16befc-9a44-49f4-a0ea-b1736f4cc192">
      <Terms xmlns="http://schemas.microsoft.com/office/infopath/2007/PartnerControls"/>
    </lcf76f155ced4ddcb4097134ff3c332f>
    <HideFromDelve xmlns="71c5aaf6-e6ce-465b-b873-5148d2a4c105">false</HideFromDelve>
    <TaxCatchAll xmlns="03f392b3-309c-48fd-979c-2a66531d899e" xsi:nil="true"/>
    <SNo xmlns="5d16befc-9a44-49f4-a0ea-b1736f4cc192" xsi:nil="true"/>
  </documentManagement>
</p:properties>
</file>

<file path=customXml/itemProps1.xml><?xml version="1.0" encoding="utf-8"?>
<ds:datastoreItem xmlns:ds="http://schemas.openxmlformats.org/officeDocument/2006/customXml" ds:itemID="{2C0D11BD-4E58-41BF-9F0B-77D8EFC9C54E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44A37011-5318-4D1F-B4F3-42AE9A840531}">
  <ds:schemaRefs>
    <ds:schemaRef ds:uri="03f392b3-309c-48fd-979c-2a66531d899e"/>
    <ds:schemaRef ds:uri="5d16befc-9a44-49f4-a0ea-b1736f4cc192"/>
    <ds:schemaRef ds:uri="71c5aaf6-e6ce-465b-b873-5148d2a4c10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F62673E-3210-41ED-8BBD-BD004886B5FF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78C1332-973E-495C-B70A-D8AA5C97BAC4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C7DCE292-7603-4920-BE75-6C90A57F7772}">
  <ds:schemaRefs>
    <ds:schemaRef ds:uri="03f392b3-309c-48fd-979c-2a66531d899e"/>
    <ds:schemaRef ds:uri="5d16befc-9a44-49f4-a0ea-b1736f4cc192"/>
    <ds:schemaRef ds:uri="71c5aaf6-e6ce-465b-b873-5148d2a4c105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3344</Words>
  <Application>Microsoft Office PowerPoint</Application>
  <PresentationFormat>On-screen Show (16:9)</PresentationFormat>
  <Paragraphs>1109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Christopher Ojeda (Nokia)</cp:lastModifiedBy>
  <cp:revision>2</cp:revision>
  <dcterms:created xsi:type="dcterms:W3CDTF">2026-05-28T13:33:10Z</dcterms:created>
  <dcterms:modified xsi:type="dcterms:W3CDTF">2026-09-29T19:02:45Z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0x01010081779450E6807C47B692BD0767564F4D</vt:lpwstr>
  </property>
  <property fmtid="{D5CDD505-2E9C-101B-9397-08002B2CF9AE}" pid="3" name="MediaServiceImageTags">
    <vt:lpwstr/>
  </property>
</Properties>
</file>